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41"/>
  </p:notesMasterIdLst>
  <p:handoutMasterIdLst>
    <p:handoutMasterId r:id="rId42"/>
  </p:handoutMasterIdLst>
  <p:sldIdLst>
    <p:sldId id="444" r:id="rId2"/>
    <p:sldId id="441" r:id="rId3"/>
    <p:sldId id="443" r:id="rId4"/>
    <p:sldId id="503" r:id="rId5"/>
    <p:sldId id="501" r:id="rId6"/>
    <p:sldId id="516" r:id="rId7"/>
    <p:sldId id="509" r:id="rId8"/>
    <p:sldId id="518" r:id="rId9"/>
    <p:sldId id="519" r:id="rId10"/>
    <p:sldId id="520" r:id="rId11"/>
    <p:sldId id="521" r:id="rId12"/>
    <p:sldId id="522" r:id="rId13"/>
    <p:sldId id="523" r:id="rId14"/>
    <p:sldId id="524" r:id="rId15"/>
    <p:sldId id="525" r:id="rId16"/>
    <p:sldId id="450" r:id="rId17"/>
    <p:sldId id="451" r:id="rId18"/>
    <p:sldId id="489" r:id="rId19"/>
    <p:sldId id="449" r:id="rId20"/>
    <p:sldId id="491" r:id="rId21"/>
    <p:sldId id="492" r:id="rId22"/>
    <p:sldId id="493" r:id="rId23"/>
    <p:sldId id="515" r:id="rId24"/>
    <p:sldId id="510" r:id="rId25"/>
    <p:sldId id="447" r:id="rId26"/>
    <p:sldId id="511" r:id="rId27"/>
    <p:sldId id="513" r:id="rId28"/>
    <p:sldId id="494" r:id="rId29"/>
    <p:sldId id="512" r:id="rId30"/>
    <p:sldId id="500" r:id="rId31"/>
    <p:sldId id="514" r:id="rId32"/>
    <p:sldId id="502" r:id="rId33"/>
    <p:sldId id="517" r:id="rId34"/>
    <p:sldId id="504" r:id="rId35"/>
    <p:sldId id="505" r:id="rId36"/>
    <p:sldId id="506" r:id="rId37"/>
    <p:sldId id="507" r:id="rId38"/>
    <p:sldId id="508" r:id="rId39"/>
    <p:sldId id="270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79" autoAdjust="0"/>
    <p:restoredTop sz="89467" autoAdjust="0"/>
  </p:normalViewPr>
  <p:slideViewPr>
    <p:cSldViewPr snapToGrid="0" showGuides="1">
      <p:cViewPr varScale="1">
        <p:scale>
          <a:sx n="99" d="100"/>
          <a:sy n="99" d="100"/>
        </p:scale>
        <p:origin x="720" y="78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25/06/2025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25/06/2025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1266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4339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08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a-DK" b="1" dirty="0"/>
              <a:t>Modelbeskrivelse</a:t>
            </a:r>
            <a:endParaRPr lang="da-DK" dirty="0"/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Agenter &amp; Lager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𝑁 agenter, 𝐿 varer, hver starter med 𝑈 kopier jævnt fordelt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 af størrelse 𝑀, der gemmer tidligere forespørgsler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Handelsregler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Behovsbaseret: hvis en agent mangler en vare, forespørgsler et manglende objekt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Grådighedsbaseret: ellers forespørges en vare proportionalt med dens frekvens i hukommelsen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Opdatering af Hukommelse &amp; Handelssucces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Handler accepteres altid, hvis partneren har den ønskede vare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Hukommelses­posten erstattes af det indeks, som partneren forespurgte</a:t>
            </a:r>
          </a:p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92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8886-4F51-BDC2-4AA5-063229A31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48B95E6-DE2A-0C7C-D5E3-6340ABBBF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D4FFA69-CFD4-703B-AFBE-70FE132FF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B159DF8-C9FC-7825-427C-79347309D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011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01D7-137B-D90F-18F1-92CF9A6E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6E607D9-1755-4C7E-608C-B6C798C6E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61A4D2B-295E-51BA-7478-1561C1977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D2C397E-4CC2-EBE1-2B4C-51747BDA2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37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0653-EBC9-215B-8414-6C862AAD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BC3FF902-EF85-75FC-6013-318439F6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B42D7EC-B71C-4A6B-0620-409FF948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9C61EC6-977A-FB55-0B23-A07E8A12D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28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A4737-E07D-E2E9-A7E9-56B84802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F997E6-97D6-CFF9-3A1B-C5A362BEDE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F11F56E-0494-8499-6808-071C28400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A04A339-3091-A661-B25A-0236069FFD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55797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62540-9C62-A2F6-93A2-02C24FA9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E73340-0CE7-CAB4-4627-093639698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AE17962-1DAF-8716-6AE3-7B7CA8282C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F82CDE0-E2F2-5054-6E74-54BC88E1D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8761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B6209-9C04-65ED-8608-7087C654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7013870-BFAB-47F5-23C6-E602B2EA9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A5E63094-F53F-46A5-9174-5289D979D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4E72837-1253-F38D-4DA6-2CA0E8F46D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6683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4E400-9791-6AF1-400D-9D08FB42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7C72E26-E750-8659-395D-C03A2CB39F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6F342C6-D200-E398-B0BC-DD0DBD22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C6BC9BC5-3929-2578-2D8D-4A2DD231BD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0479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34763-AAD0-02BA-CF73-21370F215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4870D6A-CEBD-E816-1C54-F1FD9B205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007AEB28-5E81-1FC3-54EB-16D218192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B60E3CE-BBDA-F9F6-5F2C-9089AB86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67778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E11CE-2DE4-725E-05A1-1FF04B2B7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2AE9DBD-9FB0-89BB-3952-A60901B517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A1F5208-96F6-87CE-0618-12CE82921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D15DE27-FD8A-A14E-4BFA-E68D2FE14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5486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49C63-9F3A-6DC9-8383-9EEE1506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81301F2-BEC3-EAFB-83BD-BD808B43C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F599C793-64D0-6F32-EDB8-07476F1F3C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3246C17-3286-F5DF-6892-10333D07C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5380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879258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5197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751873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747300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20886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908899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68737-8C78-237A-6130-48164F9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0BBCD716-7320-E4BB-14AD-EBC4C1A43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DC19F2-DA05-4CBE-ED81-FAE7BC2C8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89C06552-8AA6-C3D7-0064-1E47887D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842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9690-EF5E-4252-574E-B5D4409A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75EF3D4-8EB2-B70C-01B5-CB2CF3F4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9BCC31BD-4194-24BC-5FED-CB20F3782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8FDB86C-BC00-AB82-A89D-AFDED415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6756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577584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0563-7695-FC93-912B-AB3B61F5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92E10-4E06-0271-EE95-25E3F9A75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75096-1433-308D-BBD1-2F784A38E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5646-5C46-8B64-373A-A9224A2138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466796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87E8-9EEC-BA2C-0310-96F816E9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8760F51-70BC-8450-5333-90A43D64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C9A6492-A8A9-F337-9C8E-CA8D112F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365C42F-7B39-1EA3-2AD6-D52346A68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7400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4547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C1B76-C15B-DB87-3EA0-A72B9FB3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E3C4CBC-2D42-3202-535F-3051AE785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CBD302-E66D-3FAC-0884-C6AEFBA35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46CB94D-AC2A-4D34-C1EF-06F7D4585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3985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4499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C04A-59DA-8FB2-A2C1-B73C1D2E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C7080B4-D5B1-2ECA-85D9-AD1E36A35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8F0429-D8C5-A5EA-5064-5AEA388D0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732D94-55E3-86E3-74C4-1A26DA7EF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7882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0206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7F6-E6F5-8137-FEA0-B11BA75C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2692EDAE-A093-C1E2-9213-8ABF07503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8B02D08-6CEB-0A4D-260B-83C262ED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D7B7CD7-9E0A-00C5-4EE7-3CD31C57C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049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2517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9158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6735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02299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66998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0596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25-06-2025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25-06-2025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27.png"/><Relationship Id="rId4" Type="http://schemas.openxmlformats.org/officeDocument/2006/relationships/image" Target="../media/image26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0.gif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0670DA-CB1D-52FF-B682-1E3B0F069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80867-8F3E-466A-98B9-D9DE7558931A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80B1FE-6AA0-1689-4EA8-1D732EC2F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7386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</a:t>
            </a:fld>
            <a:endParaRPr lang="da-DK" noProof="0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8963" y="4053600"/>
            <a:ext cx="5240337" cy="899766"/>
          </a:xfrm>
        </p:spPr>
        <p:txBody>
          <a:bodyPr/>
          <a:lstStyle/>
          <a:p>
            <a:r>
              <a:rPr lang="da-DK" b="0" noProof="0" dirty="0"/>
              <a:t>Luc Holme Qvistgaard, JQS943, NBB-01.2.C.056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CEB37295-C82D-5443-8709-5DE22197CF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/>
          <a:p>
            <a:fld id="{69623439-431C-4211-8F12-EE1A8207C71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/>
          <a:p>
            <a:fld id="{091A926C-488A-4E3E-9C21-57CAA120E114}" type="slidenum">
              <a:rPr lang="da-DK" noProof="0" smtClean="0"/>
              <a:pPr/>
              <a:t>3</a:t>
            </a:fld>
            <a:endParaRPr lang="da-DK" noProof="0" dirty="0"/>
          </a:p>
        </p:txBody>
      </p:sp>
      <p:sp>
        <p:nvSpPr>
          <p:cNvPr id="30" name="Title 29">
            <a:extLst>
              <a:ext uri="{FF2B5EF4-FFF2-40B4-BE49-F238E27FC236}">
                <a16:creationId xmlns:a16="http://schemas.microsoft.com/office/drawing/2014/main" id="{F90BE4D6-24D4-F64B-9E67-FD0A68F63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F3F5130-6843-5248-BB7D-444FA5781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2257" y="4053600"/>
            <a:ext cx="5303444" cy="899766"/>
          </a:xfrm>
        </p:spPr>
        <p:txBody>
          <a:bodyPr/>
          <a:lstStyle/>
          <a:p>
            <a:r>
              <a:rPr lang="da-DK" b="0" noProof="0" dirty="0"/>
              <a:t>Luc Holme Qvistgaard, JQS943 , NBB-01.2.C.056</a:t>
            </a:r>
          </a:p>
          <a:p>
            <a:endParaRPr lang="da-DK" noProof="0" dirty="0"/>
          </a:p>
        </p:txBody>
      </p:sp>
      <p:sp>
        <p:nvSpPr>
          <p:cNvPr id="31" name="Subtitle 30">
            <a:extLst>
              <a:ext uri="{FF2B5EF4-FFF2-40B4-BE49-F238E27FC236}">
                <a16:creationId xmlns:a16="http://schemas.microsoft.com/office/drawing/2014/main" id="{5E971E38-04DF-4C44-A313-6521BA3D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91BABA8-810C-7347-9D7D-75980E9A95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85786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person, kunst, menneske&#10;&#10;Indhold genereret af kunstig intelligens kan være forkert.">
            <a:extLst>
              <a:ext uri="{FF2B5EF4-FFF2-40B4-BE49-F238E27FC236}">
                <a16:creationId xmlns:a16="http://schemas.microsoft.com/office/drawing/2014/main" id="{CD4A02F0-451A-7A46-40CD-E0CF4FB3A8C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36" b="136"/>
          <a:stretch>
            <a:fillRect/>
          </a:stretch>
        </p:blipFill>
        <p:spPr>
          <a:xfrm rot="431854">
            <a:off x="6700188" y="2163121"/>
            <a:ext cx="4081276" cy="4070116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48A5D-54A7-F8CE-E826-31C4C339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2B37-81FA-E347-F520-8841154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05B52B-4A50-CEAB-742A-99434252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611" y="563481"/>
            <a:ext cx="11012486" cy="865187"/>
          </a:xfrm>
        </p:spPr>
        <p:txBody>
          <a:bodyPr/>
          <a:lstStyle/>
          <a:p>
            <a:r>
              <a:rPr lang="da-DK" noProof="0" dirty="0"/>
              <a:t>Disposition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A5AE6-8CBC-20A5-40B6-320E50F67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2611" y="1923483"/>
            <a:ext cx="5818682" cy="4205308"/>
          </a:xfrm>
        </p:spPr>
        <p:txBody>
          <a:bodyPr/>
          <a:lstStyle/>
          <a:p>
            <a:r>
              <a:rPr lang="da-DK" sz="3000" noProof="0" dirty="0"/>
              <a:t>Agent-baseret model</a:t>
            </a:r>
          </a:p>
          <a:p>
            <a:pPr lvl="1"/>
            <a:r>
              <a:rPr lang="da-DK" sz="2000" b="0" noProof="0" dirty="0"/>
              <a:t>Sneppen-</a:t>
            </a:r>
            <a:r>
              <a:rPr lang="da-DK" sz="2000" b="0" noProof="0" dirty="0" err="1"/>
              <a:t>Donangelo</a:t>
            </a:r>
            <a:r>
              <a:rPr lang="da-DK" sz="2000" b="0" noProof="0" dirty="0"/>
              <a:t> modellen</a:t>
            </a:r>
          </a:p>
          <a:p>
            <a:pPr lvl="1"/>
            <a:r>
              <a:rPr lang="da-DK" sz="2000" b="0" noProof="0" dirty="0"/>
              <a:t>Implementering &amp; variation</a:t>
            </a:r>
            <a:endParaRPr lang="da-DK" sz="2000" noProof="0" dirty="0"/>
          </a:p>
          <a:p>
            <a:r>
              <a:rPr lang="da-DK" sz="3000" noProof="0" dirty="0"/>
              <a:t>Dynamikken bag værdi</a:t>
            </a:r>
          </a:p>
          <a:p>
            <a:pPr lvl="1"/>
            <a:r>
              <a:rPr lang="da-DK" sz="2000" b="0" noProof="0" dirty="0"/>
              <a:t>Teoretisk opførsel</a:t>
            </a:r>
          </a:p>
          <a:p>
            <a:pPr lvl="1"/>
            <a:r>
              <a:rPr lang="da-DK" sz="2000" b="0" noProof="0" dirty="0"/>
              <a:t>Observeret opførsel</a:t>
            </a:r>
          </a:p>
          <a:p>
            <a:pPr lvl="1"/>
            <a:r>
              <a:rPr lang="da-DK" sz="2000" b="0" noProof="0" dirty="0"/>
              <a:t>Hurst eksponent</a:t>
            </a:r>
          </a:p>
          <a:p>
            <a:r>
              <a:rPr lang="da-DK" sz="3000" noProof="0" dirty="0"/>
              <a:t>Fremtidige perspektiver</a:t>
            </a:r>
          </a:p>
          <a:p>
            <a:pPr lvl="1"/>
            <a:r>
              <a:rPr lang="da-DK" sz="2000" b="0" noProof="0" dirty="0"/>
              <a:t>Udbygning af modellen</a:t>
            </a:r>
          </a:p>
          <a:p>
            <a:pPr lvl="1"/>
            <a:r>
              <a:rPr lang="da-DK" sz="2000" b="0" noProof="0" dirty="0"/>
              <a:t>Rigtige markeder</a:t>
            </a:r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63E61B5-0B47-5854-73EE-232AE52F2053}"/>
              </a:ext>
            </a:extLst>
          </p:cNvPr>
          <p:cNvSpPr txBox="1"/>
          <p:nvPr/>
        </p:nvSpPr>
        <p:spPr>
          <a:xfrm>
            <a:off x="642611" y="1228613"/>
            <a:ext cx="11982598" cy="40011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spcBef>
                <a:spcPct val="0"/>
              </a:spcBef>
            </a:pPr>
            <a:r>
              <a:rPr lang="da-DK" sz="2600" b="1" i="1" noProof="0" dirty="0">
                <a:solidFill>
                  <a:schemeClr val="bg1"/>
                </a:solidFill>
              </a:rPr>
              <a:t>Hvordan opstår og opfører værdi sig i byttebaserede handelssystemer?</a:t>
            </a:r>
          </a:p>
        </p:txBody>
      </p:sp>
    </p:spTree>
    <p:extLst>
      <p:ext uri="{BB962C8B-B14F-4D97-AF65-F5344CB8AC3E}">
        <p14:creationId xmlns:p14="http://schemas.microsoft.com/office/powerpoint/2010/main" val="1954418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ladsholder til billede 8" descr="Et billede, der indeholder tekst, skærmbillede, nummer/tal, Parallel&#10;&#10;Indhold genereret af kunstig intelligens kan være forkert.">
            <a:extLst>
              <a:ext uri="{FF2B5EF4-FFF2-40B4-BE49-F238E27FC236}">
                <a16:creationId xmlns:a16="http://schemas.microsoft.com/office/drawing/2014/main" id="{3789C7AF-74E4-D049-136C-52B4C1B35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tretch/>
        </p:blipFill>
        <p:spPr>
          <a:xfrm>
            <a:off x="4830149" y="1485899"/>
            <a:ext cx="6065774" cy="3002557"/>
          </a:xfrm>
          <a:noFill/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FE9BA9-DE84-F57E-E23E-BF8617D8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85745"/>
            <a:ext cx="814976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9BEE6826-E1F6-412C-87DD-36987586B0CE}" type="datetime1">
              <a:rPr lang="da-DK" noProof="0" smtClean="0"/>
              <a:pPr>
                <a:spcAft>
                  <a:spcPts val="600"/>
                </a:spcAft>
              </a:pPr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EB5CFE-A8BE-4EC6-938A-79997C121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9691" y="85745"/>
            <a:ext cx="381759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091A926C-488A-4E3E-9C21-57CAA120E114}" type="slidenum">
              <a:rPr lang="da-DK" noProof="0" smtClean="0"/>
              <a:pPr>
                <a:spcAft>
                  <a:spcPts val="600"/>
                </a:spcAft>
              </a:pPr>
              <a:t>5</a:t>
            </a:fld>
            <a:endParaRPr lang="da-DK" noProof="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BD88C12-BCE7-B439-510E-4E86B17A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</p:spPr>
        <p:txBody>
          <a:bodyPr anchor="t">
            <a:normAutofit/>
          </a:bodyPr>
          <a:lstStyle/>
          <a:p>
            <a:r>
              <a:rPr lang="da-DK" noProof="0" dirty="0"/>
              <a:t>Agent modellen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C719B47-8597-DC8F-CE4D-2C5C35747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965" y="1485899"/>
            <a:ext cx="5818682" cy="4205308"/>
          </a:xfrm>
        </p:spPr>
        <p:txBody>
          <a:bodyPr/>
          <a:lstStyle/>
          <a:p>
            <a:r>
              <a:rPr lang="da-DK" i="1" noProof="0" dirty="0"/>
              <a:t>N </a:t>
            </a:r>
            <a:r>
              <a:rPr lang="da-DK" b="0" noProof="0" dirty="0"/>
              <a:t>agenter</a:t>
            </a:r>
          </a:p>
          <a:p>
            <a:r>
              <a:rPr lang="da-DK" i="1" noProof="0" dirty="0"/>
              <a:t>L </a:t>
            </a:r>
            <a:r>
              <a:rPr lang="da-DK" b="0" noProof="0" dirty="0"/>
              <a:t>varer</a:t>
            </a:r>
          </a:p>
          <a:p>
            <a:r>
              <a:rPr lang="da-DK" i="1" noProof="0" dirty="0"/>
              <a:t>U </a:t>
            </a:r>
            <a:r>
              <a:rPr lang="da-DK" b="0" noProof="0" dirty="0"/>
              <a:t>kopier</a:t>
            </a:r>
          </a:p>
          <a:p>
            <a:r>
              <a:rPr lang="da-DK" i="1" noProof="0" dirty="0"/>
              <a:t>M </a:t>
            </a:r>
            <a:r>
              <a:rPr lang="da-DK" b="0" noProof="0" dirty="0"/>
              <a:t>hukommelse</a:t>
            </a:r>
          </a:p>
          <a:p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b="0" dirty="0"/>
              <a:t>|</a:t>
            </a:r>
            <a:r>
              <a:rPr lang="da-DK" dirty="0"/>
              <a:t> </a:t>
            </a:r>
            <a:r>
              <a:rPr lang="da-DK" dirty="0" err="1"/>
              <a:t>Greed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54440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6543-01AA-EF1D-84D6-CACDF5CF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02E228A3-9198-5ED9-A5BD-7949EF0FCE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31" r="884"/>
          <a:stretch/>
        </p:blipFill>
        <p:spPr>
          <a:xfrm>
            <a:off x="5765532" y="1485899"/>
            <a:ext cx="5669281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1E2AEC-7AB1-50AD-7466-A65E3FB3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B687-D316-A67A-7826-0D7DF7C1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D6262-B7D2-CC77-D691-32197BDEC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Analytiske størrelser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E2AF0-D2A7-297C-E945-A11D7FB30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b="1" noProof="0" dirty="0"/>
              <a:t>Efterspørgsel </a:t>
            </a:r>
            <a:r>
              <a:rPr lang="da-DK" b="0" i="1" noProof="0" dirty="0"/>
              <a:t>D(j)</a:t>
            </a:r>
          </a:p>
          <a:p>
            <a:r>
              <a:rPr lang="da-DK" b="1" noProof="0" dirty="0"/>
              <a:t>Direkte behov </a:t>
            </a:r>
            <a:r>
              <a:rPr lang="da-DK" b="0" i="1" noProof="0" dirty="0"/>
              <a:t>A(j)</a:t>
            </a:r>
            <a:r>
              <a:rPr lang="da-DK" i="1" noProof="0" dirty="0"/>
              <a:t> </a:t>
            </a:r>
          </a:p>
          <a:p>
            <a:r>
              <a:rPr lang="da-DK" b="1" noProof="0" dirty="0"/>
              <a:t>Prof</a:t>
            </a:r>
            <a:r>
              <a:rPr lang="da-DK" b="1" dirty="0"/>
              <a:t>it </a:t>
            </a:r>
            <a:r>
              <a:rPr lang="el-GR" b="0" i="1" dirty="0"/>
              <a:t>Δ</a:t>
            </a:r>
            <a:r>
              <a:rPr lang="da-DK" b="0" i="1" dirty="0"/>
              <a:t>x </a:t>
            </a:r>
            <a:endParaRPr lang="da-DK" b="0" dirty="0"/>
          </a:p>
          <a:p>
            <a:r>
              <a:rPr lang="da-DK" b="1" dirty="0"/>
              <a:t>Hurst eksponent </a:t>
            </a:r>
            <a:r>
              <a:rPr lang="da-DK" b="0" i="1" dirty="0"/>
              <a:t>H 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181793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BDFE4-2070-0685-5FAB-4B516CD3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ladsholder til billede 9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9C94ACD8-EFAC-994D-50B8-C5E07DCAA8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81" r="615"/>
          <a:stretch/>
        </p:blipFill>
        <p:spPr>
          <a:xfrm>
            <a:off x="806019" y="1844069"/>
            <a:ext cx="9930580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C1E490-42A1-B5CC-2A7C-9C91B2777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EF602-C9F3-E2DE-3AE7-7A7B073CA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7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5DA25B-E9C8-CB39-E614-A5CCA110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/>
              <a:t>Teoretisk analyse</a:t>
            </a:r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8665623-D319-6FB3-9EE8-82F74EFE59D6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  <a:latin typeface="+mn-lt"/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55B79A0-8ED3-6F62-0F9B-6AF9A76F3FB9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2" name="Billede 11" descr="Et billede, der indeholder tekst, skærmbillede, Kurve, diagram">
            <a:extLst>
              <a:ext uri="{FF2B5EF4-FFF2-40B4-BE49-F238E27FC236}">
                <a16:creationId xmlns:a16="http://schemas.microsoft.com/office/drawing/2014/main" id="{E7B38675-98CE-A46E-6395-C223FC02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4" y="1825845"/>
            <a:ext cx="4866155" cy="457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62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BF65-5C78-56E5-5BC1-6C7CBF76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1165-C1A6-1CC7-B51E-10DC523F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D216-CB6D-B97D-5092-10C7886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78D03E-3E20-607B-98FA-A487A30F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Teoretisk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2EE4600-4D7C-DB7D-63B5-52CCAD3C0545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2236838-7734-EB49-C8B0-6BAA93276CE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8" name="Pladsholder til billede 17" descr="Et billede, der indeholder tekst, diagram, linje/række, Kurve">
            <a:extLst>
              <a:ext uri="{FF2B5EF4-FFF2-40B4-BE49-F238E27FC236}">
                <a16:creationId xmlns:a16="http://schemas.microsoft.com/office/drawing/2014/main" id="{E2221346-985D-C6E2-8488-68DA872577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67" r="411"/>
          <a:stretch/>
        </p:blipFill>
        <p:spPr>
          <a:xfrm>
            <a:off x="753703" y="1844069"/>
            <a:ext cx="9825665" cy="4640373"/>
          </a:xfrm>
        </p:spPr>
      </p:pic>
      <p:pic>
        <p:nvPicPr>
          <p:cNvPr id="20" name="Billede 19" descr="Et billede, der indeholder tekst, skærmbillede, diagram, Kurve">
            <a:extLst>
              <a:ext uri="{FF2B5EF4-FFF2-40B4-BE49-F238E27FC236}">
                <a16:creationId xmlns:a16="http://schemas.microsoft.com/office/drawing/2014/main" id="{B4250C18-1214-F12D-89DF-EBEB32485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03" y="1862293"/>
            <a:ext cx="9844193" cy="462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2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998-E381-20C6-33AE-8ED1247D4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A4584-A83A-1021-343B-81243D43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F0457-4757-FA2F-0519-3D368D681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9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D67E3F5-C50C-24B3-F47F-FCE65087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7E2F24CF-B695-4182-E654-E0A784C478B3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ED2673E-1545-9F38-95B6-9E588549F78C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E4ECA782-72D6-F6C6-F1BF-0BB5866E4A6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476" r="335"/>
          <a:stretch/>
        </p:blipFill>
        <p:spPr>
          <a:xfrm>
            <a:off x="814976" y="1844069"/>
            <a:ext cx="10329111" cy="3517218"/>
          </a:xfrm>
        </p:spPr>
      </p:pic>
      <p:pic>
        <p:nvPicPr>
          <p:cNvPr id="12" name="Billede 11" descr="Et billede, der indeholder skærmbillede, tekst, linje/række, diagram">
            <a:extLst>
              <a:ext uri="{FF2B5EF4-FFF2-40B4-BE49-F238E27FC236}">
                <a16:creationId xmlns:a16="http://schemas.microsoft.com/office/drawing/2014/main" id="{05ECF341-82BD-033E-8450-0801DBDB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9664" y="1616344"/>
            <a:ext cx="5715000" cy="4762500"/>
          </a:xfrm>
          <a:prstGeom prst="rect">
            <a:avLst/>
          </a:prstGeom>
        </p:spPr>
      </p:pic>
      <p:pic>
        <p:nvPicPr>
          <p:cNvPr id="14" name="Billede 13" descr="Et billede, der indeholder skærmbillede, tekst, linje/række, diagram">
            <a:extLst>
              <a:ext uri="{FF2B5EF4-FFF2-40B4-BE49-F238E27FC236}">
                <a16:creationId xmlns:a16="http://schemas.microsoft.com/office/drawing/2014/main" id="{BCAF00DB-BD5E-EADA-0E39-5F9ACC3B2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64" y="1616344"/>
            <a:ext cx="57150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560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687AD-DABF-C2D2-CF38-F19EE7630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C3247F-95DC-C37E-B377-506B89DB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D8B8F-CB18-7783-21A9-3D351F66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10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79B4EC-1E6D-BF69-10F6-B86EA749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2626F06C-E16B-6F8C-84CC-034AC68A7538}"/>
              </a:ext>
            </a:extLst>
          </p:cNvPr>
          <p:cNvSpPr txBox="1"/>
          <p:nvPr/>
        </p:nvSpPr>
        <p:spPr>
          <a:xfrm>
            <a:off x="588965" y="1134791"/>
            <a:ext cx="7952362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Grænse til kun </a:t>
            </a:r>
            <a:r>
              <a:rPr lang="da-DK" sz="2400" b="1" i="1" dirty="0" err="1">
                <a:solidFill>
                  <a:schemeClr val="bg1"/>
                </a:solidFill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 og feedback loops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911D0A4A-A73B-394B-C46A-1CD3C4BC58B5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diagram, tekst, linje/række, skærmbillede&#10;&#10;Indhold genereret af kunstig intelligens kan være forkert.">
            <a:extLst>
              <a:ext uri="{FF2B5EF4-FFF2-40B4-BE49-F238E27FC236}">
                <a16:creationId xmlns:a16="http://schemas.microsoft.com/office/drawing/2014/main" id="{89BF46ED-9FFA-61DC-491E-D991CB7D660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23" r="261"/>
          <a:stretch/>
        </p:blipFill>
        <p:spPr>
          <a:xfrm>
            <a:off x="656933" y="1844069"/>
            <a:ext cx="10876549" cy="4077467"/>
          </a:xfrm>
        </p:spPr>
      </p:pic>
      <p:pic>
        <p:nvPicPr>
          <p:cNvPr id="15" name="Billede 14" descr="Et billede, der indeholder skærmbillede, kvadratisk, tekst, Rektangel&#10;&#10;Indhold genereret af kunstig intelligens kan være forkert.">
            <a:extLst>
              <a:ext uri="{FF2B5EF4-FFF2-40B4-BE49-F238E27FC236}">
                <a16:creationId xmlns:a16="http://schemas.microsoft.com/office/drawing/2014/main" id="{00A6725D-EB7D-7AF0-F7CB-E75192797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965" y="1766631"/>
            <a:ext cx="4985886" cy="4154905"/>
          </a:xfrm>
          <a:prstGeom prst="rect">
            <a:avLst/>
          </a:prstGeom>
        </p:spPr>
      </p:pic>
      <p:pic>
        <p:nvPicPr>
          <p:cNvPr id="6" name="Billede 5" descr="Et billede, der indeholder tekst, skærmbillede, diagram, linje/række">
            <a:extLst>
              <a:ext uri="{FF2B5EF4-FFF2-40B4-BE49-F238E27FC236}">
                <a16:creationId xmlns:a16="http://schemas.microsoft.com/office/drawing/2014/main" id="{54942EC6-5043-7739-2434-1C4AD441C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4851" y="1766631"/>
            <a:ext cx="4543875" cy="4154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0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7B232-9319-47C9-BBFA-810F52396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1C165-0D46-7414-CA20-C981C9239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23326-2738-F619-5E86-3C9C70185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11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CA8A7A6-2382-1883-6EB7-40383CEE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Observerende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10CAB334-FBB9-0766-3BFD-BC3A0B393D3B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Udvidet modeltilstande | U&gt;L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F78B1BBC-6FE7-1D90-3303-42F99BC0B35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6" name="Pladsholder til billede 15" descr="Et billede, der indeholder skærmbillede, tekst, Kurve, Farverigt&#10;&#10;Indhold genereret af kunstig intelligens kan være forkert.">
            <a:extLst>
              <a:ext uri="{FF2B5EF4-FFF2-40B4-BE49-F238E27FC236}">
                <a16:creationId xmlns:a16="http://schemas.microsoft.com/office/drawing/2014/main" id="{0D46171C-828B-595F-ED22-323414A4113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653" r="605"/>
          <a:stretch/>
        </p:blipFill>
        <p:spPr>
          <a:xfrm>
            <a:off x="1162260" y="1844069"/>
            <a:ext cx="9865895" cy="4640373"/>
          </a:xfrm>
        </p:spPr>
      </p:pic>
      <p:pic>
        <p:nvPicPr>
          <p:cNvPr id="18" name="Billede 17" descr="Et billede, der indeholder skærmbillede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7D72A6EB-FCFB-38A3-4EAC-156A4FD4A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36" y="2517762"/>
            <a:ext cx="10145710" cy="2862760"/>
          </a:xfrm>
          <a:prstGeom prst="rect">
            <a:avLst/>
          </a:prstGeom>
        </p:spPr>
      </p:pic>
      <p:pic>
        <p:nvPicPr>
          <p:cNvPr id="20" name="Billede 19" descr="Et billede, der indeholder tekst, skærmbilled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3D95B251-2A55-5C4F-4F76-7DEA4D711E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7707" y="204414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61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73C0E-1F16-CED8-466A-EF1A561B3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43AC1-A497-E217-6632-8B69DB6E6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F6589-6E62-39F6-68B5-9ECE272AC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12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4BF6F6-5557-DA98-9AB5-1CA1D8F65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Hurst</a:t>
            </a:r>
            <a:r>
              <a:rPr lang="da-DK" noProof="0" dirty="0"/>
              <a:t> eksponent analyse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387E4B85-E4FD-F525-A21F-E53297CDCCF8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0" name="Pladsholder til billede 9" descr="Et billede, der indeholder tekst, linje/række, diagram, Kurve&#10;&#10;Indhold genereret af kunstig intelligens kan være forkert.">
            <a:extLst>
              <a:ext uri="{FF2B5EF4-FFF2-40B4-BE49-F238E27FC236}">
                <a16:creationId xmlns:a16="http://schemas.microsoft.com/office/drawing/2014/main" id="{A5583B40-5A2E-8B06-5D41-15C19ADBB33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25" r="261"/>
          <a:stretch/>
        </p:blipFill>
        <p:spPr>
          <a:xfrm>
            <a:off x="470153" y="1674096"/>
            <a:ext cx="11250109" cy="4277379"/>
          </a:xfrm>
        </p:spPr>
      </p:pic>
      <p:pic>
        <p:nvPicPr>
          <p:cNvPr id="12" name="Billede 11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F7CFCD04-56F0-ECDB-5481-2B79006CF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952" y="1572501"/>
            <a:ext cx="10762509" cy="4480569"/>
          </a:xfrm>
          <a:prstGeom prst="rect">
            <a:avLst/>
          </a:prstGeom>
        </p:spPr>
      </p:pic>
      <p:pic>
        <p:nvPicPr>
          <p:cNvPr id="14" name="Billede 13" descr="Et billede, der indeholder tekst, skærmbillede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20B2451B-C024-7F92-60C5-04E222AD62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 r="2986"/>
          <a:stretch/>
        </p:blipFill>
        <p:spPr>
          <a:xfrm>
            <a:off x="3229224" y="1648263"/>
            <a:ext cx="5731964" cy="4329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D1E18-FBE7-BF84-B22E-E14F8AD23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E8F9EE-496C-C8E2-6DE1-1126DB0B6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4A5F-BDA3-081E-D7AE-DA3FC1DD8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13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3F2569D-E63E-F481-82CC-8ACE0BBF8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BD98A803-60DA-7C12-DD53-83144AFF3B32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fordeling af formue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C3650964-3919-F186-935B-1F0091DEBED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1" name="Pladsholder til billede 10" descr="Et billede, der indeholder tekst, Kurve, linje/række, diagram&#10;&#10;Indhold genereret af kunstig intelligens kan være forkert.">
            <a:extLst>
              <a:ext uri="{FF2B5EF4-FFF2-40B4-BE49-F238E27FC236}">
                <a16:creationId xmlns:a16="http://schemas.microsoft.com/office/drawing/2014/main" id="{8B2D393A-04CA-FD60-A503-B8F962E899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17" r="558"/>
          <a:stretch/>
        </p:blipFill>
        <p:spPr>
          <a:xfrm>
            <a:off x="503723" y="1844069"/>
            <a:ext cx="11184554" cy="4434303"/>
          </a:xfrm>
        </p:spPr>
      </p:pic>
    </p:spTree>
    <p:extLst>
      <p:ext uri="{BB962C8B-B14F-4D97-AF65-F5344CB8AC3E}">
        <p14:creationId xmlns:p14="http://schemas.microsoft.com/office/powerpoint/2010/main" val="14360146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E1BBB-249C-5ABE-7265-C19C3B0C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DB505E-A4B2-21DA-AD1B-B283BF7DE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85202F-650F-BF3F-FDFD-42A342FFB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B3FE21C-BA43-3474-4785-BB8609448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Udforskning af modellen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FCDEA510-46EA-1968-6CB4-484D7CF8A56F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</a:rPr>
              <a:t>Ulig hukommelses fordeling</a:t>
            </a: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2309B40F-B02E-BB4F-977C-63E1C388E10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5" name="Pladsholder til billede 14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87546AB3-F5BC-AB2E-78F7-3D7EFC91AD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618" r="396"/>
          <a:stretch/>
        </p:blipFill>
        <p:spPr>
          <a:xfrm>
            <a:off x="2861120" y="1674096"/>
            <a:ext cx="6468176" cy="4640373"/>
          </a:xfrm>
        </p:spPr>
      </p:pic>
    </p:spTree>
    <p:extLst>
      <p:ext uri="{BB962C8B-B14F-4D97-AF65-F5344CB8AC3E}">
        <p14:creationId xmlns:p14="http://schemas.microsoft.com/office/powerpoint/2010/main" val="13261901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59660-4FA3-A861-0414-ACE7B0D5D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7E16E-EAA8-0632-4020-C6BFA784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90CB-4E6B-1A39-E91C-037DF6F2A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15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A5026B-485C-56D1-FC8D-8C4E28E9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Fremtidige perspektiver</a:t>
            </a:r>
            <a:endParaRPr lang="da-DK" noProof="0" dirty="0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592C4D69-FF4F-3D2B-7E18-FD3288CB6EFA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4" name="Pladsholder til billede 13" descr="Et billede, der indeholder tekst, diagram, linje/række, Kurve&#10;&#10;Indhold genereret af kunstig intelligens kan være forkert.">
            <a:extLst>
              <a:ext uri="{FF2B5EF4-FFF2-40B4-BE49-F238E27FC236}">
                <a16:creationId xmlns:a16="http://schemas.microsoft.com/office/drawing/2014/main" id="{B2196374-A965-6DE7-890F-31F191F54E7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1322" r="1567"/>
          <a:stretch/>
        </p:blipFill>
        <p:spPr>
          <a:xfrm>
            <a:off x="1318661" y="1674096"/>
            <a:ext cx="9529011" cy="4640373"/>
          </a:xfrm>
        </p:spPr>
      </p:pic>
      <p:pic>
        <p:nvPicPr>
          <p:cNvPr id="17" name="Pladsholder til billede 13">
            <a:extLst>
              <a:ext uri="{FF2B5EF4-FFF2-40B4-BE49-F238E27FC236}">
                <a16:creationId xmlns:a16="http://schemas.microsoft.com/office/drawing/2014/main" id="{60B4B27C-2A25-3A26-58E9-69291CECE3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89" b="609"/>
          <a:stretch/>
        </p:blipFill>
        <p:spPr>
          <a:xfrm>
            <a:off x="2511391" y="1351486"/>
            <a:ext cx="7143549" cy="5285592"/>
          </a:xfrm>
          <a:prstGeom prst="rect">
            <a:avLst/>
          </a:prstGeo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163995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BDD1F1-F931-10DC-E92A-90793042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9496D0A-AF8F-D58B-09EC-A37528457A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5A0246-6A7D-CE6D-4CAA-6B3AD9561F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FAC71-4279-437B-9CFA-FCD2CE398AF1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251365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0266ADF-3251-104F-AB49-D5C7A015B8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591B8B-6ED3-774C-A395-E77FBF8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15C6AB-3CEF-A845-B836-DCF664F91E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D294-A353-4E32-BF64-EF8209EE85A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66688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0EB308-D53B-0D4A-9F98-77C444DEE25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81BC6A5-3111-D144-BDFC-F615234C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b="0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A88D-614F-4301-9C27-D4209635DCC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52244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EFFC1-A9F6-E463-A932-409A83E54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94506-ABC9-4E08-8905-766678EFB9E9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5230484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921E-E217-4C5B-8665-E54AD63D156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0659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68AC3-DC84-42CE-A4BA-D9A4EECB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4BA9C-8258-4EE1-8932-58667A465944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2C6C1-AC18-AE8B-09A7-E8EDB77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08327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84CB-FAB2-E377-28DE-7C16BF08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5D199-3C20-25F5-34CA-3D046237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– SIT!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EE1646-ABB6-D8A6-A53A-91D1A6D49C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4567E1-CAF7-B953-EB65-9B6639D01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5CB78-B775-5F9B-D158-2A585329D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F3082-4A30-4E38-8E00-EB6EA232A493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78F92E-2650-E62C-25EA-0EC04A10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16780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EB45-896E-9215-F031-34260C3B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665AEF-3F81-5937-7EF3-BC31D393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218EBED-2001-5EBE-B105-99E0BF1CE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r>
              <a:rPr lang="da-DK" noProof="0" dirty="0"/>
              <a:t>, </a:t>
            </a:r>
            <a:r>
              <a:rPr lang="da-DK" noProof="0" dirty="0" err="1"/>
              <a:t>consectetur</a:t>
            </a:r>
            <a:r>
              <a:rPr lang="da-DK" noProof="0" dirty="0"/>
              <a:t> </a:t>
            </a:r>
            <a:r>
              <a:rPr lang="da-DK" noProof="0" dirty="0" err="1"/>
              <a:t>adipiscing</a:t>
            </a:r>
            <a:r>
              <a:rPr lang="da-DK" noProof="0" dirty="0"/>
              <a:t> </a:t>
            </a:r>
            <a:r>
              <a:rPr lang="da-DK" noProof="0" dirty="0" err="1"/>
              <a:t>elit</a:t>
            </a:r>
            <a:r>
              <a:rPr lang="da-DK" noProof="0" dirty="0"/>
              <a:t>, </a:t>
            </a:r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.</a:t>
            </a:r>
          </a:p>
          <a:p>
            <a:endParaRPr lang="da-DK" noProof="0" dirty="0"/>
          </a:p>
          <a:p>
            <a:r>
              <a:rPr lang="da-DK" noProof="0" dirty="0" err="1"/>
              <a:t>Excepteur</a:t>
            </a:r>
            <a:r>
              <a:rPr lang="da-DK" noProof="0" dirty="0"/>
              <a:t> sint </a:t>
            </a:r>
            <a:r>
              <a:rPr lang="da-DK" noProof="0" dirty="0" err="1"/>
              <a:t>occaecat</a:t>
            </a:r>
            <a:r>
              <a:rPr lang="da-DK" noProof="0" dirty="0"/>
              <a:t> </a:t>
            </a:r>
            <a:r>
              <a:rPr lang="da-DK" noProof="0" dirty="0" err="1"/>
              <a:t>cupidatat</a:t>
            </a:r>
            <a:r>
              <a:rPr lang="da-DK" noProof="0" dirty="0"/>
              <a:t> non </a:t>
            </a:r>
            <a:r>
              <a:rPr lang="da-DK" noProof="0" dirty="0" err="1"/>
              <a:t>proident</a:t>
            </a:r>
            <a:r>
              <a:rPr lang="da-DK" noProof="0" dirty="0"/>
              <a:t>?</a:t>
            </a:r>
          </a:p>
          <a:p>
            <a:r>
              <a:rPr lang="da-DK" noProof="0" dirty="0"/>
              <a:t>Ut </a:t>
            </a:r>
            <a:r>
              <a:rPr lang="da-DK" noProof="0" dirty="0" err="1"/>
              <a:t>enim</a:t>
            </a:r>
            <a:r>
              <a:rPr lang="da-DK" noProof="0" dirty="0"/>
              <a:t> ad </a:t>
            </a:r>
            <a:r>
              <a:rPr lang="da-DK" noProof="0" dirty="0" err="1"/>
              <a:t>minim</a:t>
            </a:r>
            <a:r>
              <a:rPr lang="da-DK" noProof="0" dirty="0"/>
              <a:t> </a:t>
            </a:r>
            <a:r>
              <a:rPr lang="da-DK" noProof="0" dirty="0" err="1"/>
              <a:t>veniam</a:t>
            </a:r>
            <a:r>
              <a:rPr lang="da-DK" noProof="0" dirty="0"/>
              <a:t>, </a:t>
            </a:r>
            <a:r>
              <a:rPr lang="da-DK" noProof="0" dirty="0" err="1"/>
              <a:t>quis</a:t>
            </a:r>
            <a:r>
              <a:rPr lang="da-DK" noProof="0" dirty="0"/>
              <a:t> </a:t>
            </a:r>
            <a:r>
              <a:rPr lang="da-DK" noProof="0" dirty="0" err="1"/>
              <a:t>exercitation</a:t>
            </a:r>
            <a:r>
              <a:rPr lang="da-DK" noProof="0" dirty="0"/>
              <a:t>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470F4-7271-7AC3-AFE0-82715AEB5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C6BE6-86FF-423E-A0A8-854AB1EBF548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6C818B-C95C-8547-B96D-5027037B5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16858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CAA3A-894D-8A40-9985-A0CDE7B3C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AAA3B-E3B3-4D5F-B1CF-F59E60A37EC8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C34FB-B152-3348-947D-C466986E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25</a:t>
            </a:fld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A600AD-4073-7245-B812-22E2243A85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9C185D-121E-4549-BCA1-CE91477C5C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8379017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6352-4723-F190-29A4-3968A69C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9CAD-E4C1-F21A-EF95-6CAC4579E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C23F1-3C2C-4F72-84D4-6F13DB2C649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2" name="Pladsholder til slidenummer 1">
            <a:extLst>
              <a:ext uri="{FF2B5EF4-FFF2-40B4-BE49-F238E27FC236}">
                <a16:creationId xmlns:a16="http://schemas.microsoft.com/office/drawing/2014/main" id="{46302D22-EDC9-E84B-7478-B21AE062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26</a:t>
            </a:fld>
            <a:endParaRPr lang="da-DK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738C0-4F93-90ED-5E50-D301778C93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0FDE0D-EE95-D389-7EA5-52EE2C97E9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13994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E1C3-05EC-56E0-1B1C-258132A4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FF573-5AF6-CD05-F10B-6741AAF7AED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/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35B50A-A8DB-9148-3675-762EDF97C1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/>
              <a:t>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5D748F-4149-DAD5-D260-77CD8971191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noProof="0" dirty="0"/>
              <a:t>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52A669-43E3-E570-2752-46693FC3A03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6DD5D-F3B3-FA45-EDDA-1065AEBB3AC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/>
              <a:t>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FA3F6C-1A30-2DAC-CFEF-383187FA97B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EBF88D-50DC-572A-B071-A712543F76B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da-DK" noProof="0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34A913-1C6D-E7FD-09F1-42E1028F671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A0C992E-5D38-11A0-5F17-795F31E0698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da-DK" noProof="0" dirty="0"/>
              <a:t>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6167EF-3353-8673-7C07-A8CAE31B56E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29CEFBD-6684-F3AB-6752-E7C38E0FF83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da-DK" noProof="0" dirty="0"/>
              <a:t>6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1A34D3-F8AB-8441-03FD-3C27D3FD17B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60424-5C11-AF80-017B-214973E6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CFF5-864A-4F98-A7BA-3017DBFC830A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7604F-575E-9233-F22B-EA72B63A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3933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4059C-353F-1791-C71D-30C34400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EE9A-D394-9425-34AF-5533EA06A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28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EEFFC6-CD55-2CCD-10BE-A003CBF0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E984-892B-9213-B349-5DDD00F771E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9C75A2-081F-C511-2954-229A07F8A30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5BB3EB-3041-E3FB-6355-72E3AAE5D8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18CC6-AFD1-7BD2-2E1A-5C03AAA487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3D4232-5E73-F736-ECDF-E35B59A40E2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235741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10E0F-20C7-6A6D-E35B-D42FDA77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84D1B-1D7B-90C9-F25E-F0B5C61D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5E3277-43DB-F87D-90A7-B54811FB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29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36EE80-0F05-1570-D95D-66E439E7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4B207-1BDA-7D1C-CA53-F0E25F3851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46ECA6-4985-50A3-09C9-7E362851A9E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EB6970-B49D-6534-6C08-5057FE59158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EC205-33BE-6204-8E5C-6E06098DF75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69E67A-4A67-17C2-7A23-92A77B7F5CD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0183817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70251-7944-21A5-A336-BFA69644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a-DK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LOREM IPSUM </a:t>
            </a:r>
            <a:r>
              <a:rPr kumimoji="0" lang="da-DK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DOLOR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8949B-B86D-02F5-E69A-415BA9042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10527-F67F-4D04-95B6-DAC61708DE00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BF9A25-3995-1E2D-7FFF-651E8CEF4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30</a:t>
            </a:fld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FF148F5-BD6C-77EA-DD4D-BB9DC0AF94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79D7430-8D8E-231F-B118-44304CE0F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237467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8A9BA-4905-CEDF-6857-BB7540A8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835BB-2045-284D-06D0-689D1F8E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6826-E1F6-412C-87DD-36987586B0C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F34710-7B7F-2AC1-0835-9AF9F90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31</a:t>
            </a:fld>
            <a:endParaRPr lang="da-DK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04A9B1A-8CBE-34FD-63F2-F39CC47884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2513854-500A-EE22-8B41-0312DB7728E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44A201-FA06-6756-D1EF-DA24FE7458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5EEFBC8-E2FE-2675-6955-956BB10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81551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73E635-BF24-18FA-C49D-3B6E1D53EA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A6D6F-191E-A4BD-91FC-3991AE86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088534-D81C-0458-C238-C8685D5DA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286E1-F2EF-1ECA-5709-561339CBB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0C298-E580-440E-AD0D-201985304979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DF6B-7C73-645D-E0FE-5413346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6392331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2ED18-AADB-BF85-D06E-F1ED4ACE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7E0458-8190-C4A8-4B61-F80419C93BE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4528-7173-9140-A8C9-8E4E32B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621F-131F-978A-BB04-E0FA84FD8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33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0DAC0-10EC-25F2-65B0-B64CC04F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85B7A-44F1-D4B1-47BA-22037AD58D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795345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3FD2965-7B54-F3A0-9876-5D5BC0AFEA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5BBB03-FE8E-4AAF-A40C-4245EAF9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804492"/>
          </a:xfrm>
        </p:spPr>
        <p:txBody>
          <a:bodyPr lIns="252000" tIns="216000" rIns="252000" bIns="108000"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8AF55-7C9D-1893-9265-A7CAE1A48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02185-9B44-4BF4-9BAD-112F0DCE532F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AF484-A405-D91E-C9F0-CD85DE59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7295488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5B7AA0-73FC-163A-D595-EAD8655291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B6C888-6A37-606F-531E-91FC390C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0674E-7696-89D3-82ED-5528C17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BDF-C0CB-4F40-AC6A-81D802A4AC0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DBFF0-44E0-334D-41CF-DD08111C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228275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CE39ABB-650D-A4F7-E15F-E81B18A93A2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BAA9DD-26A9-6824-6007-3AE0FCE9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460" y="4497883"/>
            <a:ext cx="6840000" cy="1804492"/>
          </a:xfrm>
        </p:spPr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6B951-FD47-A6D0-1B67-A76B0CAEB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1458E-AA88-4313-B079-D515DDE0D79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A4F8D9-187C-C4A3-DB2B-75430D453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268379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60EA80-0DF2-986E-3F13-A28784CDF9A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E1DA64-A577-4484-71F4-4D8803BEF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1471511"/>
          </a:xfrm>
        </p:spPr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, </a:t>
            </a:r>
            <a:r>
              <a:rPr lang="da-DK" b="0" noProof="0" dirty="0" err="1"/>
              <a:t>consectetur</a:t>
            </a:r>
            <a:r>
              <a:rPr lang="da-DK" b="0" noProof="0" dirty="0"/>
              <a:t> </a:t>
            </a:r>
            <a:r>
              <a:rPr lang="da-DK" b="0" noProof="0" dirty="0" err="1"/>
              <a:t>adipiscing</a:t>
            </a:r>
            <a:r>
              <a:rPr lang="da-DK" b="0" noProof="0" dirty="0"/>
              <a:t> </a:t>
            </a:r>
            <a:r>
              <a:rPr lang="da-DK" b="0" noProof="0" dirty="0" err="1"/>
              <a:t>elit</a:t>
            </a:r>
            <a:r>
              <a:rPr lang="da-DK" b="0" noProof="0" dirty="0"/>
              <a:t>, </a:t>
            </a:r>
            <a:r>
              <a:rPr lang="da-DK" noProof="0" dirty="0"/>
              <a:t>ut </a:t>
            </a:r>
            <a:r>
              <a:rPr lang="da-DK" noProof="0" dirty="0" err="1"/>
              <a:t>labore</a:t>
            </a:r>
            <a:r>
              <a:rPr lang="da-DK" noProof="0" dirty="0"/>
              <a:t> et </a:t>
            </a:r>
            <a:r>
              <a:rPr lang="da-DK" noProof="0" dirty="0" err="1"/>
              <a:t>dolore</a:t>
            </a:r>
            <a:r>
              <a:rPr lang="da-DK" noProof="0" dirty="0"/>
              <a:t> </a:t>
            </a:r>
            <a:r>
              <a:rPr lang="da-DK" noProof="0" dirty="0" err="1"/>
              <a:t>magna</a:t>
            </a:r>
            <a:r>
              <a:rPr lang="da-DK" noProof="0" dirty="0"/>
              <a:t> </a:t>
            </a:r>
            <a:r>
              <a:rPr lang="da-DK" noProof="0" dirty="0" err="1"/>
              <a:t>aliqua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4BE59-0FCD-B5A1-9B40-4C30063C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B987-8727-4D62-8B3F-39EA386DA70B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7707DF-2942-0818-2089-2EA13D16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475239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D9E6C1-3657-5D94-BF76-201B6B7CC0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B28DC9-0A6D-ABF3-2E67-7AA0ACFA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DOLOR SIT AMET CONSECTETUR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324EDE-AFD4-417D-F045-323DAA1B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4B166-C169-4B33-A898-454BC896C3CE}" type="datetime1">
              <a:rPr lang="da-DK" noProof="0" smtClean="0"/>
              <a:t>25-06-2025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A4E433-280E-46B5-1EDF-8FEE060D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0837919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DE31FAA-6F36-9100-8ACB-51A349DB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25-06-2025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7C490C-7CAF-5B7A-777E-3DFE004E7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3AE76-1745-AB53-5911-086EB4A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763571465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16_9_dk_fuld</Template>
  <TotalTime>913</TotalTime>
  <Words>545</Words>
  <Application>Microsoft Office PowerPoint</Application>
  <PresentationFormat>Widescreen</PresentationFormat>
  <Paragraphs>221</Paragraphs>
  <Slides>39</Slides>
  <Notes>39</Notes>
  <HiddenSlides>1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39</vt:i4>
      </vt:variant>
    </vt:vector>
  </HeadingPairs>
  <TitlesOfParts>
    <vt:vector size="43" baseType="lpstr">
      <vt:lpstr>Arial</vt:lpstr>
      <vt:lpstr>Microsoft New Tai Lue</vt:lpstr>
      <vt:lpstr>Wingdings</vt:lpstr>
      <vt:lpstr>Brugerdefineret design</vt:lpstr>
      <vt:lpstr>PowerPoint-præsentation</vt:lpstr>
      <vt:lpstr>PowerPoint-præsentation</vt:lpstr>
      <vt:lpstr>PowerPoint-præsentation</vt:lpstr>
      <vt:lpstr>Disposition</vt:lpstr>
      <vt:lpstr>Agent modellen</vt:lpstr>
      <vt:lpstr>Analytiske størrelser</vt:lpstr>
      <vt:lpstr>Teoretisk analyse</vt:lpstr>
      <vt:lpstr>Teoretisk analyse</vt:lpstr>
      <vt:lpstr>Observerende analyse</vt:lpstr>
      <vt:lpstr>Observerende analyse</vt:lpstr>
      <vt:lpstr>Observerende analyse</vt:lpstr>
      <vt:lpstr>Hurst eksponent analyse</vt:lpstr>
      <vt:lpstr>Udforskning af modellen</vt:lpstr>
      <vt:lpstr>Udforskning af modellen</vt:lpstr>
      <vt:lpstr>Fremtidige perspektiver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LOREM IPSUM – SIT!</vt:lpstr>
      <vt:lpstr>Lorem ipsum</vt:lpstr>
      <vt:lpstr>PowerPoint-præsentation</vt:lpstr>
      <vt:lpstr>PowerPoint-præsentation</vt:lpstr>
      <vt:lpstr>PowerPoint-præsentation</vt:lpstr>
      <vt:lpstr>Lorem ipsum</vt:lpstr>
      <vt:lpstr>Lorem ipsum</vt:lpstr>
      <vt:lpstr>LOREM IPSUM DOLOR</vt:lpstr>
      <vt:lpstr>PowerPoint-præsentation</vt:lpstr>
      <vt:lpstr>PowerPoint-præsentation</vt:lpstr>
      <vt:lpstr>PowerPoint-præsentation</vt:lpstr>
      <vt:lpstr>Lorem ipsum dolor sit amet consectetur</vt:lpstr>
      <vt:lpstr>Lorem ipsum dolor sit amet</vt:lpstr>
      <vt:lpstr>Lorem ipsum dolor sit amet consectetur</vt:lpstr>
      <vt:lpstr>Lorem ipsum dolor sit amet, consectetur adipiscing elit, ut labore et dolore magna aliqua</vt:lpstr>
      <vt:lpstr>LOREM IPSUM DOLOR SIT AMET CONSECTETUR</vt:lpstr>
      <vt:lpstr>Spørgsmål &amp;  kommentarer?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Holme Qvistgaard</dc:creator>
  <cp:lastModifiedBy>Luc Holme Qvistgaard</cp:lastModifiedBy>
  <cp:revision>4</cp:revision>
  <dcterms:created xsi:type="dcterms:W3CDTF">2025-06-24T17:17:23Z</dcterms:created>
  <dcterms:modified xsi:type="dcterms:W3CDTF">2025-06-25T19:34:46Z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