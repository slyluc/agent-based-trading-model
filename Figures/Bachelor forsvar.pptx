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40"/>
  </p:notesMasterIdLst>
  <p:handoutMasterIdLst>
    <p:handoutMasterId r:id="rId41"/>
  </p:handoutMasterIdLst>
  <p:sldIdLst>
    <p:sldId id="443" r:id="rId2"/>
    <p:sldId id="503" r:id="rId3"/>
    <p:sldId id="501" r:id="rId4"/>
    <p:sldId id="516" r:id="rId5"/>
    <p:sldId id="509" r:id="rId6"/>
    <p:sldId id="518" r:id="rId7"/>
    <p:sldId id="519" r:id="rId8"/>
    <p:sldId id="520" r:id="rId9"/>
    <p:sldId id="521" r:id="rId10"/>
    <p:sldId id="522" r:id="rId11"/>
    <p:sldId id="523" r:id="rId12"/>
    <p:sldId id="524" r:id="rId13"/>
    <p:sldId id="525" r:id="rId14"/>
    <p:sldId id="270" r:id="rId15"/>
    <p:sldId id="450" r:id="rId16"/>
    <p:sldId id="451" r:id="rId17"/>
    <p:sldId id="489" r:id="rId18"/>
    <p:sldId id="449" r:id="rId19"/>
    <p:sldId id="491" r:id="rId20"/>
    <p:sldId id="492" r:id="rId21"/>
    <p:sldId id="493" r:id="rId22"/>
    <p:sldId id="515" r:id="rId23"/>
    <p:sldId id="510" r:id="rId24"/>
    <p:sldId id="447" r:id="rId25"/>
    <p:sldId id="511" r:id="rId26"/>
    <p:sldId id="513" r:id="rId27"/>
    <p:sldId id="494" r:id="rId28"/>
    <p:sldId id="512" r:id="rId29"/>
    <p:sldId id="500" r:id="rId30"/>
    <p:sldId id="514" r:id="rId31"/>
    <p:sldId id="502" r:id="rId32"/>
    <p:sldId id="517" r:id="rId33"/>
    <p:sldId id="504" r:id="rId34"/>
    <p:sldId id="505" r:id="rId35"/>
    <p:sldId id="506" r:id="rId36"/>
    <p:sldId id="507" r:id="rId37"/>
    <p:sldId id="508" r:id="rId38"/>
    <p:sldId id="52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79" autoAdjust="0"/>
    <p:restoredTop sz="89467" autoAdjust="0"/>
  </p:normalViewPr>
  <p:slideViewPr>
    <p:cSldViewPr snapToGrid="0" showGuides="1">
      <p:cViewPr varScale="1">
        <p:scale>
          <a:sx n="99" d="100"/>
          <a:sy n="99" d="100"/>
        </p:scale>
        <p:origin x="720" y="7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26/06/2025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26/06/2025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4737-E07D-E2E9-A7E9-56B84802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F997E6-97D6-CFF9-3A1B-C5A362BED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F11F56E-0494-8499-6808-071C28400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A04A339-3091-A661-B25A-0236069FF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5797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62540-9C62-A2F6-93A2-02C24FA9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E73340-0CE7-CAB4-4627-09363969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AE17962-1DAF-8716-6AE3-7B7CA8282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F82CDE0-E2F2-5054-6E74-54BC88E1D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876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6209-9C04-65ED-8608-7087C654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7013870-BFAB-47F5-23C6-E602B2EA9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5E63094-F53F-46A5-9174-5289D979D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4E72837-1253-F38D-4DA6-2CA0E8F46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668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E400-9791-6AF1-400D-9D08FB42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7C72E26-E750-8659-395D-C03A2CB39F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6F342C6-D200-E398-B0BC-DD0DBD22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6BC9BC5-3929-2578-2D8D-4A2DD231B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04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34763-AAD0-02BA-CF73-21370F2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4870D6A-CEBD-E816-1C54-F1FD9B205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07AEB28-5E81-1FC3-54EB-16D218192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B60E3CE-BBDA-F9F6-5F2C-9089AB86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6777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11CE-2DE4-725E-05A1-1FF04B2B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AE9DBD-9FB0-89BB-3952-A60901B517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A1F5208-96F6-87CE-0618-12CE82921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D15DE27-FD8A-A14E-4BFA-E68D2FE14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486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49C63-9F3A-6DC9-8383-9EEE1506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81301F2-BEC3-EAFB-83BD-BD808B43C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599C793-64D0-6F32-EDB8-07476F1F3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3246C17-3286-F5DF-6892-10333D07C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5380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FF8B3-E280-4564-3708-A8035C704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F2A0B-B65A-514D-8D66-7381E0C57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F09F2-53E7-8794-1091-59227BD64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41BF7-59E0-DCD9-D8B7-E713FB4ED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6856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26-06-2025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26-06-2025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7.png"/><Relationship Id="rId4" Type="http://schemas.openxmlformats.org/officeDocument/2006/relationships/image" Target="../media/image26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0.gif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2257" y="4053600"/>
            <a:ext cx="5303444" cy="899766"/>
          </a:xfrm>
        </p:spPr>
        <p:txBody>
          <a:bodyPr/>
          <a:lstStyle/>
          <a:p>
            <a:r>
              <a:rPr lang="da-DK" b="0" noProof="0" dirty="0"/>
              <a:t>Luc Holme Qvistgaard, JQS943 , NBB-01.2.C.056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3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DA3119D9-A622-4FDE-3261-B42F0848340B}"/>
              </a:ext>
            </a:extLst>
          </p:cNvPr>
          <p:cNvSpPr txBox="1"/>
          <p:nvPr/>
        </p:nvSpPr>
        <p:spPr>
          <a:xfrm>
            <a:off x="10476111" y="4488456"/>
            <a:ext cx="520976" cy="153888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1, s. 2</a:t>
            </a:r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949662DA-8094-2F5A-C0D9-CA09F40B9530}"/>
              </a:ext>
            </a:extLst>
          </p:cNvPr>
          <p:cNvSpPr txBox="1"/>
          <p:nvPr/>
        </p:nvSpPr>
        <p:spPr>
          <a:xfrm>
            <a:off x="10893392" y="605615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2, s. 5</a:t>
            </a:r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5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C03162D7-0438-F2FA-8E52-3EABC59248C6}"/>
              </a:ext>
            </a:extLst>
          </p:cNvPr>
          <p:cNvSpPr txBox="1"/>
          <p:nvPr/>
        </p:nvSpPr>
        <p:spPr>
          <a:xfrm>
            <a:off x="639508" y="6400030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3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6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12B8C99B-921C-5077-C8DB-A4D96DABA9B4}"/>
              </a:ext>
            </a:extLst>
          </p:cNvPr>
          <p:cNvSpPr txBox="1"/>
          <p:nvPr/>
        </p:nvSpPr>
        <p:spPr>
          <a:xfrm>
            <a:off x="10161184" y="6379555"/>
            <a:ext cx="8116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9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15</a:t>
            </a:r>
          </a:p>
        </p:txBody>
      </p:sp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12AF3F6B-60D5-7D18-09E8-C75D0A057247}"/>
              </a:ext>
            </a:extLst>
          </p:cNvPr>
          <p:cNvSpPr txBox="1"/>
          <p:nvPr/>
        </p:nvSpPr>
        <p:spPr>
          <a:xfrm>
            <a:off x="9282063" y="640819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4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7</a:t>
            </a: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78458615-26F0-C983-DF3C-BD67287B2EF0}"/>
              </a:ext>
            </a:extLst>
          </p:cNvPr>
          <p:cNvSpPr txBox="1"/>
          <p:nvPr/>
        </p:nvSpPr>
        <p:spPr>
          <a:xfrm>
            <a:off x="9939980" y="640819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5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9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998-E381-20C6-33AE-8ED1247D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A4584-A83A-1021-343B-81243D43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0457-4757-FA2F-0519-3D368D68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67E3F5-C50C-24B3-F47F-FCE65087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7E2F24CF-B695-4182-E654-E0A784C478B3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ED2673E-1545-9F38-95B6-9E588549F78C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E4ECA782-72D6-F6C6-F1BF-0BB5866E4A6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476" r="335"/>
          <a:stretch/>
        </p:blipFill>
        <p:spPr>
          <a:xfrm>
            <a:off x="814976" y="1844069"/>
            <a:ext cx="10329111" cy="3517218"/>
          </a:xfrm>
        </p:spPr>
      </p:pic>
      <p:pic>
        <p:nvPicPr>
          <p:cNvPr id="12" name="Billede 11" descr="Et billede, der indeholder skærmbillede, tekst, linje/række, diagram">
            <a:extLst>
              <a:ext uri="{FF2B5EF4-FFF2-40B4-BE49-F238E27FC236}">
                <a16:creationId xmlns:a16="http://schemas.microsoft.com/office/drawing/2014/main" id="{05ECF341-82BD-033E-8450-0801DBDB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664" y="1616344"/>
            <a:ext cx="5715000" cy="4762500"/>
          </a:xfrm>
          <a:prstGeom prst="rect">
            <a:avLst/>
          </a:prstGeom>
        </p:spPr>
      </p:pic>
      <p:pic>
        <p:nvPicPr>
          <p:cNvPr id="14" name="Billede 13" descr="Et billede, der indeholder skærmbillede, tekst, linje/række, diagram">
            <a:extLst>
              <a:ext uri="{FF2B5EF4-FFF2-40B4-BE49-F238E27FC236}">
                <a16:creationId xmlns:a16="http://schemas.microsoft.com/office/drawing/2014/main" id="{BCAF00DB-BD5E-EADA-0E39-5F9ACC3B2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64" y="1616344"/>
            <a:ext cx="5715000" cy="4762500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9661E132-50E5-4237-80F1-6A2D293DF4DF}"/>
              </a:ext>
            </a:extLst>
          </p:cNvPr>
          <p:cNvSpPr txBox="1"/>
          <p:nvPr/>
        </p:nvSpPr>
        <p:spPr>
          <a:xfrm>
            <a:off x="10986033" y="6132623"/>
            <a:ext cx="8013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6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10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1956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87AD-DABF-C2D2-CF38-F19EE7630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C3247F-95DC-C37E-B377-506B89DB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D8B8F-CB18-7783-21A9-3D351F66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79B4EC-1E6D-BF69-10F6-B86EA749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2626F06C-E16B-6F8C-84CC-034AC68A7538}"/>
              </a:ext>
            </a:extLst>
          </p:cNvPr>
          <p:cNvSpPr txBox="1"/>
          <p:nvPr/>
        </p:nvSpPr>
        <p:spPr>
          <a:xfrm>
            <a:off x="588965" y="1134791"/>
            <a:ext cx="7952362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 og feedback loops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911D0A4A-A73B-394B-C46A-1CD3C4BC58B5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diagram, tekst, linje/række, skærmbillede&#10;&#10;Indhold genereret af kunstig intelligens kan være forkert.">
            <a:extLst>
              <a:ext uri="{FF2B5EF4-FFF2-40B4-BE49-F238E27FC236}">
                <a16:creationId xmlns:a16="http://schemas.microsoft.com/office/drawing/2014/main" id="{89BF46ED-9FFA-61DC-491E-D991CB7D660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23" r="261"/>
          <a:stretch/>
        </p:blipFill>
        <p:spPr>
          <a:xfrm>
            <a:off x="656933" y="1844069"/>
            <a:ext cx="10876549" cy="4077467"/>
          </a:xfrm>
        </p:spPr>
      </p:pic>
      <p:pic>
        <p:nvPicPr>
          <p:cNvPr id="15" name="Billede 14" descr="Et billede, der indeholder skærmbillede, kvadratisk, tekst, Rektangel&#10;&#10;Indhold genereret af kunstig intelligens kan være forkert.">
            <a:extLst>
              <a:ext uri="{FF2B5EF4-FFF2-40B4-BE49-F238E27FC236}">
                <a16:creationId xmlns:a16="http://schemas.microsoft.com/office/drawing/2014/main" id="{00A6725D-EB7D-7AF0-F7CB-E75192797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65" y="1766631"/>
            <a:ext cx="4985886" cy="4154905"/>
          </a:xfrm>
          <a:prstGeom prst="rect">
            <a:avLst/>
          </a:prstGeom>
        </p:spPr>
      </p:pic>
      <p:pic>
        <p:nvPicPr>
          <p:cNvPr id="6" name="Billede 5" descr="Et billede, der indeholder tekst, skærmbillede, diagram, linje/række">
            <a:extLst>
              <a:ext uri="{FF2B5EF4-FFF2-40B4-BE49-F238E27FC236}">
                <a16:creationId xmlns:a16="http://schemas.microsoft.com/office/drawing/2014/main" id="{54942EC6-5043-7739-2434-1C4AD441C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851" y="1766631"/>
            <a:ext cx="4543875" cy="4154905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7C454EB2-96A9-D2F4-5F24-17C3334715B0}"/>
              </a:ext>
            </a:extLst>
          </p:cNvPr>
          <p:cNvSpPr txBox="1"/>
          <p:nvPr/>
        </p:nvSpPr>
        <p:spPr>
          <a:xfrm>
            <a:off x="9298173" y="5675315"/>
            <a:ext cx="82055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3, s. 6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F4BAB59A-6BBC-3549-60BD-4A8F399F7F56}"/>
              </a:ext>
            </a:extLst>
          </p:cNvPr>
          <p:cNvSpPr txBox="1"/>
          <p:nvPr/>
        </p:nvSpPr>
        <p:spPr>
          <a:xfrm>
            <a:off x="10893392" y="5803276"/>
            <a:ext cx="820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7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11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5950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32-9319-47C9-BBFA-810F5239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1C165-0D46-7414-CA20-C981C9239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23326-2738-F619-5E86-3C9C70185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CA8A7A6-2382-1883-6EB7-40383CEE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10CAB334-FBB9-0766-3BFD-BC3A0B393D3B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Udvidet modeltilstande | U&gt;L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F78B1BBC-6FE7-1D90-3303-42F99BC0B35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6" name="Pladsholder til billede 15" descr="Et billede, der indeholder skærmbillede, tekst, Kurve, Farverigt&#10;&#10;Indhold genereret af kunstig intelligens kan være forkert.">
            <a:extLst>
              <a:ext uri="{FF2B5EF4-FFF2-40B4-BE49-F238E27FC236}">
                <a16:creationId xmlns:a16="http://schemas.microsoft.com/office/drawing/2014/main" id="{0D46171C-828B-595F-ED22-323414A4113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53" r="605"/>
          <a:stretch/>
        </p:blipFill>
        <p:spPr>
          <a:xfrm>
            <a:off x="1162260" y="1844069"/>
            <a:ext cx="9865895" cy="4640373"/>
          </a:xfrm>
        </p:spPr>
      </p:pic>
      <p:pic>
        <p:nvPicPr>
          <p:cNvPr id="18" name="Billede 17" descr="Et billede, der indeholder skærmbillede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7D72A6EB-FCFB-38A3-4EAC-156A4FD4A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36" y="2517762"/>
            <a:ext cx="10145710" cy="2862760"/>
          </a:xfrm>
          <a:prstGeom prst="rect">
            <a:avLst/>
          </a:prstGeom>
        </p:spPr>
      </p:pic>
      <p:pic>
        <p:nvPicPr>
          <p:cNvPr id="20" name="Billede 19" descr="Et billede, der indeholder tekst, skærmbilled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3D95B251-2A55-5C4F-4F76-7DEA4D711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7707" y="2044142"/>
            <a:ext cx="5715000" cy="3810000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F36B4F57-CA86-9DA8-5463-2CE694B54B91}"/>
              </a:ext>
            </a:extLst>
          </p:cNvPr>
          <p:cNvSpPr txBox="1"/>
          <p:nvPr/>
        </p:nvSpPr>
        <p:spPr>
          <a:xfrm>
            <a:off x="10392842" y="6408194"/>
            <a:ext cx="7808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9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15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A1AC0DD3-FFC2-0C3A-6AB8-D241121505F9}"/>
              </a:ext>
            </a:extLst>
          </p:cNvPr>
          <p:cNvSpPr txBox="1"/>
          <p:nvPr/>
        </p:nvSpPr>
        <p:spPr>
          <a:xfrm>
            <a:off x="10392842" y="5134301"/>
            <a:ext cx="7808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8, s. </a:t>
            </a:r>
            <a:r>
              <a:rPr lang="da-DK" sz="1000" dirty="0"/>
              <a:t>14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076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6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73C0E-1F16-CED8-466A-EF1A561B3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43AC1-A497-E217-6632-8B69DB6E6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F6589-6E62-39F6-68B5-9ECE272A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4BF6F6-5557-DA98-9AB5-1CA1D8F65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Hurst</a:t>
            </a:r>
            <a:r>
              <a:rPr lang="da-DK" noProof="0" dirty="0"/>
              <a:t> eksponent analyse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87E4B85-E4FD-F525-A21F-E53297CDCCF8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linje/rækk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A5583B40-5A2E-8B06-5D41-15C19ADBB33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5" r="261"/>
          <a:stretch/>
        </p:blipFill>
        <p:spPr>
          <a:xfrm>
            <a:off x="470153" y="1674096"/>
            <a:ext cx="11250109" cy="4277379"/>
          </a:xfrm>
        </p:spPr>
      </p:pic>
      <p:pic>
        <p:nvPicPr>
          <p:cNvPr id="12" name="Billede 11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F7CFCD04-56F0-ECDB-5481-2B79006CF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52" y="1572501"/>
            <a:ext cx="10762509" cy="4480569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0F22E969-53D0-C123-785B-A2733DAB5ED4}"/>
              </a:ext>
            </a:extLst>
          </p:cNvPr>
          <p:cNvSpPr txBox="1"/>
          <p:nvPr/>
        </p:nvSpPr>
        <p:spPr>
          <a:xfrm>
            <a:off x="10893392" y="5803276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10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16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65DD06DB-A672-B1B9-D911-74E5075E3D11}"/>
              </a:ext>
            </a:extLst>
          </p:cNvPr>
          <p:cNvSpPr txBox="1"/>
          <p:nvPr/>
        </p:nvSpPr>
        <p:spPr>
          <a:xfrm>
            <a:off x="9364179" y="5803276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11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17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333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D1E18-FBE7-BF84-B22E-E14F8AD23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E8F9EE-496C-C8E2-6DE1-1126DB0B6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4A5F-BDA3-081E-D7AE-DA3FC1DD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F2569D-E63E-F481-82CC-8ACE0BBF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BD98A803-60DA-7C12-DD53-83144AFF3B32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fordeling af formue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C3650964-3919-F186-935B-1F0091DEBED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tekst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8B2D393A-04CA-FD60-A503-B8F962E899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17" r="558"/>
          <a:stretch/>
        </p:blipFill>
        <p:spPr>
          <a:xfrm>
            <a:off x="503723" y="1844069"/>
            <a:ext cx="11184554" cy="4434303"/>
          </a:xfr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17E7AD37-B79E-D407-0D1B-055CD657D60B}"/>
              </a:ext>
            </a:extLst>
          </p:cNvPr>
          <p:cNvSpPr txBox="1"/>
          <p:nvPr/>
        </p:nvSpPr>
        <p:spPr>
          <a:xfrm>
            <a:off x="10636518" y="6155261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12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18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6014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1BBB-249C-5ABE-7265-C19C3B0C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DB505E-A4B2-21DA-AD1B-B283BF7D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202F-650F-BF3F-FDFD-42A342FFB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B3FE21C-BA43-3474-4785-BB8609448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FCDEA510-46EA-1968-6CB4-484D7CF8A56F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hukommelses fordeling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2309B40F-B02E-BB4F-977C-63E1C388E10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7BC672B8-7CAB-25BD-3909-294922C5B7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67" r="2074"/>
          <a:stretch/>
        </p:blipFill>
        <p:spPr>
          <a:xfrm>
            <a:off x="936859" y="1999978"/>
            <a:ext cx="10318282" cy="3751493"/>
          </a:xfr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FCA2959E-5CCF-4B31-522E-003FD07E6B2C}"/>
              </a:ext>
            </a:extLst>
          </p:cNvPr>
          <p:cNvSpPr txBox="1"/>
          <p:nvPr/>
        </p:nvSpPr>
        <p:spPr>
          <a:xfrm>
            <a:off x="10179155" y="5628360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13,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 s. 20</a:t>
            </a:r>
          </a:p>
        </p:txBody>
      </p:sp>
    </p:spTree>
    <p:extLst>
      <p:ext uri="{BB962C8B-B14F-4D97-AF65-F5344CB8AC3E}">
        <p14:creationId xmlns:p14="http://schemas.microsoft.com/office/powerpoint/2010/main" val="1326190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9660-4FA3-A861-0414-ACE7B0D5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7E16E-EAA8-0632-4020-C6BFA784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90CB-4E6B-1A39-E91C-037DF6F2A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A5026B-485C-56D1-FC8D-8C4E28E9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Fremtidige perspektiver</a:t>
            </a:r>
            <a:endParaRPr lang="da-DK" noProof="0" dirty="0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592C4D69-FF4F-3D2B-7E18-FD3288CB6EF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4" name="Pladsholder til billede 13" descr="Et billede, der indeholder tekst, diagram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B2196374-A965-6DE7-890F-31F191F54E7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22" r="1567"/>
          <a:stretch/>
        </p:blipFill>
        <p:spPr>
          <a:xfrm>
            <a:off x="1318661" y="1674096"/>
            <a:ext cx="9529011" cy="4640373"/>
          </a:xfrm>
        </p:spPr>
      </p:pic>
      <p:pic>
        <p:nvPicPr>
          <p:cNvPr id="17" name="Pladsholder til billede 13">
            <a:extLst>
              <a:ext uri="{FF2B5EF4-FFF2-40B4-BE49-F238E27FC236}">
                <a16:creationId xmlns:a16="http://schemas.microsoft.com/office/drawing/2014/main" id="{60B4B27C-2A25-3A26-58E9-69291CECE3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89" b="609"/>
          <a:stretch/>
        </p:blipFill>
        <p:spPr>
          <a:xfrm>
            <a:off x="2511391" y="1351486"/>
            <a:ext cx="7143549" cy="5285592"/>
          </a:xfrm>
          <a:prstGeom prst="rect">
            <a:avLst/>
          </a:prstGeo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163995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26-06-2025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24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25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27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28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29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26-06-2025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4FBE-226B-9E61-E130-0289C517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EFB749-7767-C2DE-9FB9-4E90CEEC4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26-06-2025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46103E-D14C-2CC9-6E58-B4D57181F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1CA93-617D-FFF2-7FB3-CCFD4E6A2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686669912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2325</TotalTime>
  <Words>540</Words>
  <Application>Microsoft Office PowerPoint</Application>
  <PresentationFormat>Widescreen</PresentationFormat>
  <Paragraphs>221</Paragraphs>
  <Slides>38</Slides>
  <Notes>38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38</vt:i4>
      </vt:variant>
    </vt:vector>
  </HeadingPairs>
  <TitlesOfParts>
    <vt:vector size="42" baseType="lpstr">
      <vt:lpstr>Arial</vt:lpstr>
      <vt:lpstr>Microsoft New Tai Lue</vt:lpstr>
      <vt:lpstr>Wingdings</vt:lpstr>
      <vt:lpstr>Brugerdefineret design</vt:lpstr>
      <vt:lpstr>PowerPoint-præsentation</vt:lpstr>
      <vt:lpstr>Disposition</vt:lpstr>
      <vt:lpstr>Agent modellen</vt:lpstr>
      <vt:lpstr>Analytiske størrelser</vt:lpstr>
      <vt:lpstr>Teoretisk analyse</vt:lpstr>
      <vt:lpstr>Teoretisk analyse</vt:lpstr>
      <vt:lpstr>Observerende analyse</vt:lpstr>
      <vt:lpstr>Observerende analyse</vt:lpstr>
      <vt:lpstr>Observerende analyse</vt:lpstr>
      <vt:lpstr>Hurst eksponent analyse</vt:lpstr>
      <vt:lpstr>Udforskning af modellen</vt:lpstr>
      <vt:lpstr>Udforskning af modellen</vt:lpstr>
      <vt:lpstr>Fremtidige perspektiver</vt:lpstr>
      <vt:lpstr>Spørgsmål &amp;  kommentarer?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LOREM IPSUM – SIT!</vt:lpstr>
      <vt:lpstr>Lorem ipsum</vt:lpstr>
      <vt:lpstr>PowerPoint-præsentation</vt:lpstr>
      <vt:lpstr>PowerPoint-præsentation</vt:lpstr>
      <vt:lpstr>PowerPoint-præsentation</vt:lpstr>
      <vt:lpstr>Lorem ipsum</vt:lpstr>
      <vt:lpstr>Lorem ipsum</vt:lpstr>
      <vt:lpstr>LOREM IPSUM DOLOR</vt:lpstr>
      <vt:lpstr>PowerPoint-præsentation</vt:lpstr>
      <vt:lpstr>PowerPoint-præsentation</vt:lpstr>
      <vt:lpstr>PowerPoint-præsentation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6</cp:revision>
  <dcterms:created xsi:type="dcterms:W3CDTF">2025-06-24T17:17:23Z</dcterms:created>
  <dcterms:modified xsi:type="dcterms:W3CDTF">2025-06-26T20:42:14Z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