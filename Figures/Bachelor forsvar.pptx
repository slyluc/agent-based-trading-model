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37"/>
  </p:notesMasterIdLst>
  <p:handoutMasterIdLst>
    <p:handoutMasterId r:id="rId38"/>
  </p:handoutMasterIdLst>
  <p:sldIdLst>
    <p:sldId id="444" r:id="rId2"/>
    <p:sldId id="441" r:id="rId3"/>
    <p:sldId id="443" r:id="rId4"/>
    <p:sldId id="503" r:id="rId5"/>
    <p:sldId id="501" r:id="rId6"/>
    <p:sldId id="516" r:id="rId7"/>
    <p:sldId id="509" r:id="rId8"/>
    <p:sldId id="518" r:id="rId9"/>
    <p:sldId id="519" r:id="rId10"/>
    <p:sldId id="520" r:id="rId11"/>
    <p:sldId id="521" r:id="rId12"/>
    <p:sldId id="450" r:id="rId13"/>
    <p:sldId id="451" r:id="rId14"/>
    <p:sldId id="489" r:id="rId15"/>
    <p:sldId id="449" r:id="rId16"/>
    <p:sldId id="491" r:id="rId17"/>
    <p:sldId id="492" r:id="rId18"/>
    <p:sldId id="493" r:id="rId19"/>
    <p:sldId id="515" r:id="rId20"/>
    <p:sldId id="510" r:id="rId21"/>
    <p:sldId id="447" r:id="rId22"/>
    <p:sldId id="511" r:id="rId23"/>
    <p:sldId id="513" r:id="rId24"/>
    <p:sldId id="494" r:id="rId25"/>
    <p:sldId id="512" r:id="rId26"/>
    <p:sldId id="500" r:id="rId27"/>
    <p:sldId id="514" r:id="rId28"/>
    <p:sldId id="502" r:id="rId29"/>
    <p:sldId id="517" r:id="rId30"/>
    <p:sldId id="504" r:id="rId31"/>
    <p:sldId id="505" r:id="rId32"/>
    <p:sldId id="506" r:id="rId33"/>
    <p:sldId id="507" r:id="rId34"/>
    <p:sldId id="508" r:id="rId35"/>
    <p:sldId id="27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6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9" autoAdjust="0"/>
    <p:restoredTop sz="89467" autoAdjust="0"/>
  </p:normalViewPr>
  <p:slideViewPr>
    <p:cSldViewPr snapToGrid="0" showGuides="1">
      <p:cViewPr varScale="1">
        <p:scale>
          <a:sx n="74" d="100"/>
          <a:sy n="74" d="100"/>
        </p:scale>
        <p:origin x="1267" y="58"/>
      </p:cViewPr>
      <p:guideLst>
        <p:guide orient="horz" pos="936"/>
        <p:guide orient="horz" pos="39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5" d="100"/>
          <a:sy n="115" d="100"/>
        </p:scale>
        <p:origin x="421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F9E11-F642-4BF2-B4DC-AF7D35EA7551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71A3-64EC-4735-8565-D99D78279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2714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2A38B-F9FA-4036-A084-652409E98F08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36F85-577F-4A92-A47F-D540A2BCC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1126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07689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74339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408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a-DK" b="1" dirty="0"/>
              <a:t>Modelbeskrivelse</a:t>
            </a:r>
            <a:endParaRPr lang="da-DK" dirty="0"/>
          </a:p>
          <a:p>
            <a:pPr>
              <a:buFont typeface="Arial" panose="020B0604020202020204" pitchFamily="34" charset="0"/>
              <a:buChar char="•"/>
            </a:pPr>
            <a:r>
              <a:rPr lang="da-DK" b="1" dirty="0"/>
              <a:t>Agenter &amp; Lager</a:t>
            </a:r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𝑁 agenter, 𝐿 varer, hver starter med 𝑈 kopier jævnt fordelt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Hukommelse af størrelse 𝑀, der gemmer tidligere forespørgsler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b="1" dirty="0"/>
              <a:t>Handelsregler</a:t>
            </a:r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Behovsbaseret: hvis en agent mangler en vare, forespørgsler et manglende objekt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Grådighedsbaseret: ellers forespørges en vare proportionalt med dens frekvens i hukommelsen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b="1" dirty="0"/>
              <a:t>Opdatering af Hukommelse &amp; Handelssucces</a:t>
            </a:r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Handler accepteres altid, hvis partneren har den ønskede vare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Hukommelses­posten erstattes af det indeks, som partneren forespurgte</a:t>
            </a:r>
          </a:p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92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E8886-4F51-BDC2-4AA5-063229A31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48B95E6-DE2A-0C7C-D5E3-6340ABBBF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D4FFA69-CFD4-703B-AFBE-70FE132FF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B159DF8-C9FC-7825-427C-79347309D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011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101D7-137B-D90F-18F1-92CF9A6E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56E607D9-1755-4C7E-608C-B6C798C6E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61A4D2B-295E-51BA-7478-1561C1977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D2C397E-4CC2-EBE1-2B4C-51747BDA2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837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0653-EBC9-215B-8414-6C862AAD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C3FF902-EF85-75FC-6013-318439F6D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BB42D7EC-B71C-4A6B-0620-409FF948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9C61EC6-977A-FB55-0B23-A07E8A12D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28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A4737-E07D-E2E9-A7E9-56B84802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2F997E6-97D6-CFF9-3A1B-C5A362BED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F11F56E-0494-8499-6808-071C28400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A04A339-3091-A661-B25A-0236069FF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579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2540-9C62-A2F6-93A2-02C24FA9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7E73340-0CE7-CAB4-4627-093639698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AE17962-1DAF-8716-6AE3-7B7CA8282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F82CDE0-E2F2-5054-6E74-54BC88E1D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876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B6209-9C04-65ED-8608-7087C654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7013870-BFAB-47F5-23C6-E602B2EA9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5E63094-F53F-46A5-9174-5289D979D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4E72837-1253-F38D-4DA6-2CA0E8F46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668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40594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87925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95197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75187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747300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720886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90889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8737-8C78-237A-6130-48164F9B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BBCD716-7320-E4BB-14AD-EBC4C1A43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6DC19F2-DA05-4CBE-ED81-FAE7BC2C8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9C06552-8AA6-C3D7-0064-1E47887D9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84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C9690-EF5E-4252-574E-B5D4409AC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75EF3D4-8EB2-B70C-01B5-CB2CF3F46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9BCC31BD-4194-24BC-5FED-CB20F3782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8FDB86C-BC00-AB82-A89D-AFDED4152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6756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57758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90563-7695-FC93-912B-AB3B61F5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92E10-4E06-0271-EE95-25E3F9A75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75096-1433-308D-BBD1-2F784A38E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45646-5C46-8B64-373A-A9224A213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466796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987E8-9EEC-BA2C-0310-96F816E9D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8760F51-70BC-8450-5333-90A43D642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BC9A6492-A8A9-F337-9C8E-CA8D112F0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365C42F-7B39-1EA3-2AD6-D52346A68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7400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4547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C1B76-C15B-DB87-3EA0-A72B9FB37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E3C4CBC-2D42-3202-535F-3051AE785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7CBD302-E66D-3FAC-0884-C6AEFBA35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46CB94D-AC2A-4D34-C1EF-06F7D4585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3985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4499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3C04A-59DA-8FB2-A2C1-B73C1D2EF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C7080B4-D5B1-2ECA-85D9-AD1E36A35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68F0429-D8C5-A5EA-5064-5AEA388D0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E732D94-55E3-86E3-74C4-1A26DA7EF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7882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0206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BF7F6-E6F5-8137-FEA0-B11BA75C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2692EDAE-A093-C1E2-9213-8ABF07503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8B02D08-6CEB-0A4D-260B-83C262ED7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D7B7CD7-9E0A-00C5-4EE7-3CD31C57C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4049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2517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9158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6735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0229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6699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059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hyperlink" Target="http://www.designguide.ku.dk/skabeloner/powerpoint/praesentationer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image.ku.dk/shared/aZwD18034DnM3TYEw9XagEF6kxI6MLkV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lil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C1939100-E010-4143-9AE4-D4252D808A58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068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st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2" name="Titel 2"/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3EC545E-1E39-4013-A907-D4C8F3E3A8B4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17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36000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 </a:t>
            </a:r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E5195FB-CC23-4662-BC95-6C4057FF490E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2967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 billede stor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36000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 </a:t>
            </a:r>
          </a:p>
        </p:txBody>
      </p:sp>
      <p:sp>
        <p:nvSpPr>
          <p:cNvPr id="11" name="Titel 2">
            <a:extLst>
              <a:ext uri="{FF2B5EF4-FFF2-40B4-BE49-F238E27FC236}">
                <a16:creationId xmlns:a16="http://schemas.microsoft.com/office/drawing/2014/main" id="{9210F5A1-BA4C-C241-930B-E24AB0E14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691815"/>
            <a:ext cx="594836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7AF680B5-5F7B-7C42-BF08-E9B604FED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="0" i="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E8639E81-1331-644F-9855-3A9C25375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7A6A120-00EE-3144-9AB3-0695A4240B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5D6F800E-E8DB-D1E9-A292-CDCB828E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50C8D61-CF2F-4293-9A1F-6B0C79C373C6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15" name="Pladsholder til sidefod 4" hidden="1">
            <a:extLst>
              <a:ext uri="{FF2B5EF4-FFF2-40B4-BE49-F238E27FC236}">
                <a16:creationId xmlns:a16="http://schemas.microsoft.com/office/drawing/2014/main" id="{75F96715-1FD5-51ED-7CC1-42E30D08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6" name="Pladsholder til slidenummer 5" hidden="1">
            <a:extLst>
              <a:ext uri="{FF2B5EF4-FFF2-40B4-BE49-F238E27FC236}">
                <a16:creationId xmlns:a16="http://schemas.microsoft.com/office/drawing/2014/main" id="{FF7B57F8-B201-8F25-4597-86F1EE0A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09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360000" rIns="72000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24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 Klik på ikonet, hvis du vil indsætte et billede</a:t>
            </a:r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1570F19F-11E9-F8A1-DCD4-0B2BD422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4D99FEB-2FC3-4FA6-9F36-280592A4EBA0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11" name="Pladsholder til sidefod 4" hidden="1">
            <a:extLst>
              <a:ext uri="{FF2B5EF4-FFF2-40B4-BE49-F238E27FC236}">
                <a16:creationId xmlns:a16="http://schemas.microsoft.com/office/drawing/2014/main" id="{B7D930ED-6F01-0E90-6740-D9E50AA5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2" name="Pladsholder til slidenummer 5" hidden="1">
            <a:extLst>
              <a:ext uri="{FF2B5EF4-FFF2-40B4-BE49-F238E27FC236}">
                <a16:creationId xmlns:a16="http://schemas.microsoft.com/office/drawing/2014/main" id="{ADD5A7A0-1930-6FDD-F270-B46368D3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780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stor ven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360000" rIns="72000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 Klik på ikonet, hvis du vil indsætte et billede</a:t>
            </a:r>
          </a:p>
        </p:txBody>
      </p:sp>
      <p:sp>
        <p:nvSpPr>
          <p:cNvPr id="2" name="Titel 2"/>
          <p:cNvSpPr>
            <a:spLocks noGrp="1"/>
          </p:cNvSpPr>
          <p:nvPr>
            <p:ph type="ctrTitle"/>
          </p:nvPr>
        </p:nvSpPr>
        <p:spPr>
          <a:xfrm>
            <a:off x="0" y="691815"/>
            <a:ext cx="5959476" cy="5474035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3" name="Pladsholder til dato 3" hidden="1">
            <a:extLst>
              <a:ext uri="{FF2B5EF4-FFF2-40B4-BE49-F238E27FC236}">
                <a16:creationId xmlns:a16="http://schemas.microsoft.com/office/drawing/2014/main" id="{B280A661-856C-E622-1331-CDB60AB0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255E55A-4CBD-4745-9CAA-603B15E40F2A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14" name="Pladsholder til sidefod 4" hidden="1">
            <a:extLst>
              <a:ext uri="{FF2B5EF4-FFF2-40B4-BE49-F238E27FC236}">
                <a16:creationId xmlns:a16="http://schemas.microsoft.com/office/drawing/2014/main" id="{82F7776B-57AF-971B-A75B-223AFE2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5" name="Pladsholder til slidenummer 5" hidden="1">
            <a:extLst>
              <a:ext uri="{FF2B5EF4-FFF2-40B4-BE49-F238E27FC236}">
                <a16:creationId xmlns:a16="http://schemas.microsoft.com/office/drawing/2014/main" id="{EFF41101-1901-1836-D8DB-6C08E169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2908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9685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og to indholdsobjek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b="0" i="0" baseline="0" dirty="0" smtClean="0"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6246000" y="1628776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 lang="da-DK" dirty="0" smtClean="0"/>
            </a:lvl4pPr>
            <a:lvl5pPr>
              <a:defRPr lang="da-DK" dirty="0"/>
            </a:lvl5pPr>
            <a:lvl8pPr marL="719138" indent="0">
              <a:buNone/>
              <a:defRPr/>
            </a:lvl8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B7A-445E-4B32-AE33-AE6AFA618291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54967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dhold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6244651" y="1628775"/>
            <a:ext cx="5356800" cy="4672800"/>
          </a:xfrm>
          <a:solidFill>
            <a:schemeClr val="bg1">
              <a:lumMod val="75000"/>
            </a:schemeClr>
          </a:solidFill>
        </p:spPr>
        <p:txBody>
          <a:bodyPr lIns="360000" tIns="1080000" rIns="360000" anchor="ctr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B346-6D22-4E2E-9D8A-0DE526CBF6C5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177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8963" y="1628775"/>
            <a:ext cx="11012487" cy="4673600"/>
          </a:xfrm>
          <a:solidFill>
            <a:schemeClr val="bg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rPr lang="da-DK" dirty="0"/>
              <a:t>Klik for at tilføje overskrift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A84-DC5F-4F54-86C4-3A3F71268220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191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/>
            </a:lvl1pPr>
          </a:lstStyle>
          <a:p>
            <a:r>
              <a:rPr lang="da-DK" dirty="0"/>
              <a:t>Klik for at tilføje overskrift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4F1A1-6766-441F-9F00-E93D521E50F3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093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4256D-1A02-4FDD-AA38-4D8490006FD4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3154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3" hidden="1">
            <a:extLst>
              <a:ext uri="{FF2B5EF4-FFF2-40B4-BE49-F238E27FC236}">
                <a16:creationId xmlns:a16="http://schemas.microsoft.com/office/drawing/2014/main" id="{619D26E9-5B2E-9EAD-7ADF-91C2F6F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0A4E1C7-F811-4F51-BDA9-17EBB9618420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4" name="Pladsholder til sidefod 4" hidden="1">
            <a:extLst>
              <a:ext uri="{FF2B5EF4-FFF2-40B4-BE49-F238E27FC236}">
                <a16:creationId xmlns:a16="http://schemas.microsoft.com/office/drawing/2014/main" id="{8A951072-2ED2-FF27-14A1-979FCDF1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5" name="Pladsholder til slidenummer 5" hidden="1">
            <a:extLst>
              <a:ext uri="{FF2B5EF4-FFF2-40B4-BE49-F238E27FC236}">
                <a16:creationId xmlns:a16="http://schemas.microsoft.com/office/drawing/2014/main" id="{E8D58753-B44C-E044-E735-98262605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67575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to bulletlis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1008062"/>
          </a:xfrm>
        </p:spPr>
        <p:txBody>
          <a:bodyPr tIns="154800"/>
          <a:lstStyle>
            <a:lvl1pPr>
              <a:defRPr sz="66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tilføj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2239315"/>
            <a:ext cx="5356800" cy="4063060"/>
          </a:xfrm>
        </p:spPr>
        <p:txBody>
          <a:bodyPr vert="horz" lIns="0" tIns="0" rIns="0" bIns="0" rtlCol="0">
            <a:noAutofit/>
          </a:bodyPr>
          <a:lstStyle>
            <a:lvl1pPr marL="363600" marR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b="0" i="0" baseline="0" dirty="0" smtClean="0">
                <a:solidFill>
                  <a:schemeClr val="tx1"/>
                </a:solidFill>
              </a:defRPr>
            </a:lvl4pPr>
            <a:lvl5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5pPr>
            <a:lvl6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6pPr>
            <a:lvl7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7pPr>
            <a:lvl8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8pPr>
            <a:lvl9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2</a:t>
            </a:r>
          </a:p>
          <a:p>
            <a:pPr lvl="2"/>
            <a:r>
              <a:rPr lang="da-DK" dirty="0"/>
              <a:t>3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D13A21B6-F7F5-D15B-402D-6C21868F87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6000" y="2239315"/>
            <a:ext cx="5356800" cy="4063061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 marL="1072800" indent="-352800">
              <a:lnSpc>
                <a:spcPct val="90000"/>
              </a:lnSpc>
              <a:defRPr lang="da-DK" b="0" i="0" baseline="0" dirty="0" smtClean="0"/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dirty="0" smtClean="0"/>
            </a:lvl4pPr>
            <a:lvl5pPr marL="1072800" indent="-352800">
              <a:lnSpc>
                <a:spcPct val="90000"/>
              </a:lnSpc>
              <a:defRPr lang="da-DK" dirty="0"/>
            </a:lvl5pPr>
            <a:lvl6pPr marL="1072800" indent="-352800">
              <a:lnSpc>
                <a:spcPct val="90000"/>
              </a:lnSpc>
              <a:defRPr/>
            </a:lvl6pPr>
            <a:lvl7pPr marL="1072800" indent="-352800">
              <a:lnSpc>
                <a:spcPct val="90000"/>
              </a:lnSpc>
              <a:defRPr/>
            </a:lvl7pPr>
            <a:lvl8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/>
            </a:lvl8pPr>
            <a:lvl9pPr marL="1072800" indent="-352800">
              <a:lnSpc>
                <a:spcPct val="90000"/>
              </a:lnSpc>
              <a:defRPr/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08259-92F1-4C32-A312-C73CE2167131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79C41-6576-A494-B4DF-8A34076DB9A1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381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  <p15:guide id="3" orient="horz" pos="1410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én bullet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sz="3200" b="1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3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a-DK" sz="3200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5082-3ECA-430B-8AFE-6C0254841555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11748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8">
            <a:extLst>
              <a:ext uri="{FF2B5EF4-FFF2-40B4-BE49-F238E27FC236}">
                <a16:creationId xmlns:a16="http://schemas.microsoft.com/office/drawing/2014/main" id="{3E866D85-79EE-184D-80E1-3ED545621736}"/>
              </a:ext>
            </a:extLst>
          </p:cNvPr>
          <p:cNvSpPr txBox="1"/>
          <p:nvPr userDrawn="1"/>
        </p:nvSpPr>
        <p:spPr>
          <a:xfrm>
            <a:off x="421280" y="612884"/>
            <a:ext cx="1167618" cy="8714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a-DK" sz="150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1B53F7DA-513D-4E4A-A901-E83A56F29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1628775"/>
            <a:ext cx="11012487" cy="4114799"/>
          </a:xfrm>
          <a:noFill/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E095D626-8544-1B49-AD85-894AF40118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400" y="5934971"/>
            <a:ext cx="11012400" cy="36740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500"/>
              </a:spcBef>
              <a:buNone/>
              <a:defRPr sz="2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Navn, kilde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2271-5E3D-4E06-BC0A-7C1022408CCC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09868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6056-13C4-B341-9D8B-68EA383036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527812"/>
            <a:ext cx="12192000" cy="955506"/>
          </a:xfrm>
          <a:noFill/>
        </p:spPr>
        <p:txBody>
          <a:bodyPr anchor="b" anchorCtr="0"/>
          <a:lstStyle>
            <a:lvl1pPr marL="0" indent="0" algn="ctr">
              <a:buFontTx/>
              <a:buNone/>
              <a:defRPr sz="6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FA67884-B97F-CB46-AABC-75F5273BB9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559852"/>
            <a:ext cx="12192000" cy="955506"/>
          </a:xfrm>
          <a:noFill/>
        </p:spPr>
        <p:txBody>
          <a:bodyPr/>
          <a:lstStyle>
            <a:lvl1pPr marL="0" indent="0" algn="ctr">
              <a:buFontTx/>
              <a:buNone/>
              <a:defRPr sz="6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93FE-D5FA-4E0E-8FFF-8F10D57A1EC1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85453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DF7CB8-A29D-FD7D-E01C-9FA290029336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593043" y="992701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spcBef>
                <a:spcPts val="0"/>
              </a:spcBef>
              <a:buNone/>
              <a:defRPr sz="6000" b="1"/>
            </a:lvl1pPr>
          </a:lstStyle>
          <a:p>
            <a:pPr lvl="0"/>
            <a:r>
              <a:rPr lang="da-DK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999F43-7DCD-0386-4C37-C66F637D75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309" y="992701"/>
            <a:ext cx="3590534" cy="1162800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FE321-409A-CB41-0D2F-3A239A66393D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092802" y="91122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da-DK" dirty="0"/>
              <a:t>2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5D9037-4808-3FB4-8291-164C228C83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38265" y="911224"/>
            <a:ext cx="370582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4F98610-1AA8-ED76-CB97-422A1761A3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72868" y="240982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4C99C31-A019-EB05-99AD-9B5C4892C3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20656" y="2409825"/>
            <a:ext cx="3113087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A112A83-1D6E-E31B-3869-56E056FE8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8200" y="2970213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5507CD6-BB87-26DA-1CB3-C86DBC2ACD1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5988" y="2970213"/>
            <a:ext cx="306546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EED4611-1BCD-13B0-4F45-DAEAB35290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58913" y="449897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5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3B6A4E6-E617-BAD1-0112-A96754231B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14435" y="4498975"/>
            <a:ext cx="293866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135649F-22C1-794A-F31C-7DC6EA04B2E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225" y="513804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6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5999C3D-9DB2-8B28-1D0E-EDC2C950F6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0013" y="5138044"/>
            <a:ext cx="334327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76D0-1C54-4AA2-B3C6-9EDE760637A2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4ADEF-11A6-3C5E-1BA5-4CA81A2F71C9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tekst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784342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19F3-EBEC-4665-8131-8E409DE99ADE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C2CA-F7BC-1643-99E7-A7AF34D16F06}"/>
              </a:ext>
            </a:extLst>
          </p:cNvPr>
          <p:cNvSpPr txBox="1"/>
          <p:nvPr userDrawn="1"/>
        </p:nvSpPr>
        <p:spPr>
          <a:xfrm>
            <a:off x="-1219200" y="-22273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92B83-0AC6-A343-9007-FC3430F06E87}"/>
              </a:ext>
            </a:extLst>
          </p:cNvPr>
          <p:cNvSpPr txBox="1"/>
          <p:nvPr userDrawn="1"/>
        </p:nvSpPr>
        <p:spPr>
          <a:xfrm>
            <a:off x="4531540" y="232241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ACD76-9286-81DA-B95A-33C567818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620712"/>
            <a:ext cx="11012488" cy="86485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indsætte tekst...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79DDD350-47B3-3DAF-DDC1-39725F8B959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1478044" y="1850705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6F92D26-3C4A-BE86-A701-D767C111FE07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5358802" y="2416707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76900F8-7802-5F50-6A9A-E75ED0B3EC0B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2869616" y="3779962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246C4547-72A6-0EEC-A5AF-48DBCE377E13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101336" y="4168447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0FCDE3-3080-15ED-F757-BF51628B67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8964" y="5623418"/>
            <a:ext cx="11012486" cy="67895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5pPr>
            <a:lvl6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6pPr>
            <a:lvl7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7pPr>
            <a:lvl8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8pPr>
            <a:lvl9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9pPr>
          </a:lstStyle>
          <a:p>
            <a:pPr lvl="0"/>
            <a:r>
              <a:rPr lang="da-DK" dirty="0"/>
              <a:t>...klik for at indsætte tekst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65C0B-FFD6-8BEB-537E-1AEDA679D666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tekst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20734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9757" y="842657"/>
            <a:ext cx="11012486" cy="1141268"/>
          </a:xfrm>
        </p:spPr>
        <p:txBody>
          <a:bodyPr/>
          <a:lstStyle>
            <a:lvl1pPr>
              <a:lnSpc>
                <a:spcPct val="90000"/>
              </a:lnSpc>
              <a:defRPr sz="66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overskrift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2B9D2-A192-42E6-9020-F3EAB57A6114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402571">
            <a:off x="985914" y="2449156"/>
            <a:ext cx="4115489" cy="2817262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080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rot="533356">
            <a:off x="5893725" y="2510306"/>
            <a:ext cx="5462634" cy="3596788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360000" tIns="1080000" rIns="36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F33A7-1D81-AB36-A3BB-FC35AF2B3579}"/>
              </a:ext>
            </a:extLst>
          </p:cNvPr>
          <p:cNvSpPr txBox="1"/>
          <p:nvPr userDrawn="1"/>
        </p:nvSpPr>
        <p:spPr>
          <a:xfrm>
            <a:off x="0" y="-310243"/>
            <a:ext cx="6825343" cy="310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3D2255-9E79-5D04-C4A9-288BF0CCD6B2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tx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1065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le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9CB1-FD99-442F-B632-7502FA9A3C45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9757" y="2890520"/>
            <a:ext cx="3433685" cy="3403600"/>
          </a:xfrm>
          <a:solidFill>
            <a:schemeClr val="bg1">
              <a:lumMod val="6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52160" y="612233"/>
            <a:ext cx="5749290" cy="5681887"/>
          </a:xfrm>
          <a:solidFill>
            <a:schemeClr val="bg1">
              <a:lumMod val="7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0" tIns="1080000" rIns="54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10" name="Pladsholder til billede 9">
            <a:extLst>
              <a:ext uri="{FF2B5EF4-FFF2-40B4-BE49-F238E27FC236}">
                <a16:creationId xmlns:a16="http://schemas.microsoft.com/office/drawing/2014/main" id="{43FCB96B-CD6D-B9F3-A688-74E5893485C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855041" y="1961476"/>
            <a:ext cx="2336801" cy="2294929"/>
          </a:xfrm>
          <a:solidFill>
            <a:schemeClr val="bg1">
              <a:lumMod val="8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18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3C8CB-D006-2AF2-DF37-08254005F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3"/>
            <a:ext cx="4602877" cy="10080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overskrift</a:t>
            </a:r>
          </a:p>
        </p:txBody>
      </p:sp>
    </p:spTree>
    <p:extLst>
      <p:ext uri="{BB962C8B-B14F-4D97-AF65-F5344CB8AC3E}">
        <p14:creationId xmlns:p14="http://schemas.microsoft.com/office/powerpoint/2010/main" val="290571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billede med tekst høj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20891566">
            <a:off x="1018941" y="1976793"/>
            <a:ext cx="3832754" cy="3749640"/>
          </a:xfrm>
          <a:solidFill>
            <a:schemeClr val="tx1">
              <a:lumMod val="65000"/>
            </a:schemeClr>
          </a:solidFill>
          <a:ln w="146050" cap="flat">
            <a:solidFill>
              <a:schemeClr val="tx1"/>
            </a:solidFill>
            <a:miter lim="800000"/>
          </a:ln>
        </p:spPr>
        <p:txBody>
          <a:bodyPr lIns="0" tIns="1224000" rIns="0" anchor="ctr" anchorCtr="1"/>
          <a:lstStyle>
            <a:lvl1pPr marL="0" indent="0" algn="ctr">
              <a:buNone/>
              <a:defRPr sz="24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783580" y="2097067"/>
            <a:ext cx="5817869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tx1"/>
                </a:solidFill>
              </a:defRPr>
            </a:lvl1pPr>
            <a:lvl2pPr>
              <a:defRPr lang="da-DK" sz="3200" b="1" dirty="0" smtClean="0">
                <a:solidFill>
                  <a:schemeClr val="tx1"/>
                </a:solidFill>
              </a:defRPr>
            </a:lvl2pPr>
            <a:lvl3pPr>
              <a:defRPr lang="da-DK" sz="2400" b="1" dirty="0" smtClean="0">
                <a:solidFill>
                  <a:schemeClr val="tx1"/>
                </a:solidFill>
              </a:defRPr>
            </a:lvl3pPr>
            <a:lvl4pPr>
              <a:defRPr lang="da-DK" b="1" dirty="0" smtClean="0">
                <a:solidFill>
                  <a:schemeClr val="tx1"/>
                </a:solidFill>
              </a:defRPr>
            </a:lvl4pPr>
            <a:lvl5pPr>
              <a:defRPr lang="da-DK" b="1" dirty="0">
                <a:solidFill>
                  <a:schemeClr val="tx1"/>
                </a:solidFill>
              </a:defRPr>
            </a:lvl5pPr>
            <a:lvl6pPr>
              <a:defRPr b="1">
                <a:solidFill>
                  <a:schemeClr val="tx1"/>
                </a:solidFill>
              </a:defRPr>
            </a:lvl6pPr>
            <a:lvl7pPr>
              <a:defRPr b="1">
                <a:solidFill>
                  <a:schemeClr val="tx1"/>
                </a:solidFill>
              </a:defRPr>
            </a:lvl7pPr>
            <a:lvl8pPr>
              <a:defRPr b="1">
                <a:solidFill>
                  <a:schemeClr val="tx1"/>
                </a:solidFill>
              </a:defRPr>
            </a:lvl8pPr>
            <a:lvl9pPr>
              <a:defRPr b="1">
                <a:solidFill>
                  <a:schemeClr val="tx1"/>
                </a:solidFill>
              </a:defRPr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6D48-5B3F-4C59-A9D8-68D0A39D6CD2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0968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billede med tekst vens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496878">
            <a:off x="6504534" y="1615672"/>
            <a:ext cx="4653097" cy="4640373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188000" rIns="0" anchor="ctr" anchorCtr="1"/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5CAA0-42C1-41A7-86CE-BA2D8D2C2EF0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4AE573B-1000-D841-B8B4-F92752389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9B691B69-65AA-9748-80BF-996C89344BB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8963" y="2097067"/>
            <a:ext cx="5818682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bg1"/>
                </a:solidFill>
              </a:defRPr>
            </a:lvl1pPr>
            <a:lvl2pPr>
              <a:defRPr lang="da-DK" sz="3200" b="1" dirty="0" smtClean="0">
                <a:solidFill>
                  <a:schemeClr val="bg1"/>
                </a:solidFill>
              </a:defRPr>
            </a:lvl2pPr>
            <a:lvl3pPr>
              <a:defRPr lang="da-DK" sz="2400" b="1" dirty="0" smtClean="0">
                <a:solidFill>
                  <a:schemeClr val="bg1"/>
                </a:solidFill>
              </a:defRPr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144106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756000"/>
            <a:ext cx="6822000" cy="1804492"/>
          </a:xfrm>
          <a:solidFill>
            <a:schemeClr val="accent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spcAft>
                <a:spcPts val="600"/>
              </a:spcAft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073E-A784-466B-98E2-8BDE3F08A73A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277BB-5254-1D84-EA0B-F5AF633F0933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317485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1" y="4962214"/>
            <a:ext cx="4173870" cy="1340161"/>
          </a:xfrm>
          <a:solidFill>
            <a:schemeClr val="accent4">
              <a:alpha val="99950"/>
            </a:schemeClr>
          </a:solidFill>
        </p:spPr>
        <p:txBody>
          <a:bodyPr wrap="square" lIns="252000" tIns="108000" rIns="252000" bIns="0" anchor="t" anchorCtr="0">
            <a:spAutoFit/>
          </a:bodyPr>
          <a:lstStyle>
            <a:lvl1pPr>
              <a:defRPr sz="40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92E9-ED6E-4E2D-9447-0E7DB3FDA12F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DB20F-CD30-3447-301A-903E5BC5BED1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200445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79450" y="4497883"/>
            <a:ext cx="6822000" cy="1804492"/>
          </a:xfrm>
          <a:solidFill>
            <a:schemeClr val="bg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D7C1D-A477-4C13-845F-4C5AC4DEDF20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5C28F-4EA0-040C-C6B4-A14FC010CCCE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021185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1017402"/>
            <a:ext cx="11012487" cy="917513"/>
          </a:xfrm>
          <a:solidFill>
            <a:schemeClr val="bg2">
              <a:alpha val="99950"/>
            </a:schemeClr>
          </a:solidFill>
        </p:spPr>
        <p:txBody>
          <a:bodyPr wrap="square" lIns="180000" tIns="180000" rIns="180000" bIns="180000">
            <a:spAutoFit/>
          </a:bodyPr>
          <a:lstStyle>
            <a:lvl1pPr>
              <a:defRPr sz="36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2DB-13B5-430F-8C6F-F11F20BF0D18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58AF7-9740-8AD8-0C21-42A01D828328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17169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4161995"/>
            <a:ext cx="11012487" cy="2140380"/>
          </a:xfrm>
          <a:solidFill>
            <a:schemeClr val="bg1">
              <a:alpha val="46000"/>
            </a:schemeClr>
          </a:solidFill>
        </p:spPr>
        <p:txBody>
          <a:bodyPr wrap="square" lIns="252000" tIns="108000" rIns="252000" bIns="0">
            <a:spAutoFit/>
          </a:bodyPr>
          <a:lstStyle>
            <a:lvl1pPr algn="ctr">
              <a:defRPr sz="66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DEF25-ACCC-4F90-BF7A-77B4DDE7678A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727BB-AC18-C435-CD32-52483CA4B110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573279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ørgsmål &amp; kommentar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8B2A5-1DCC-48EA-93B7-A2D65B200BE6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7" name="?">
            <a:extLst>
              <a:ext uri="{FF2B5EF4-FFF2-40B4-BE49-F238E27FC236}">
                <a16:creationId xmlns:a16="http://schemas.microsoft.com/office/drawing/2014/main" id="{C9382B17-B390-C8C0-F5F8-7665434C718C}"/>
              </a:ext>
            </a:extLst>
          </p:cNvPr>
          <p:cNvSpPr/>
          <p:nvPr userDrawn="1"/>
        </p:nvSpPr>
        <p:spPr>
          <a:xfrm>
            <a:off x="3642413" y="900524"/>
            <a:ext cx="4787900" cy="5558804"/>
          </a:xfrm>
          <a:prstGeom prst="rect">
            <a:avLst/>
          </a:prstGeom>
        </p:spPr>
        <p:txBody>
          <a:bodyPr wrap="square" rtlCol="0" anchor="t" anchorCtr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da-DK" sz="59500" b="1" dirty="0">
                <a:solidFill>
                  <a:schemeClr val="tx1">
                    <a:alpha val="14559"/>
                  </a:schemeClr>
                </a:solidFill>
              </a:rPr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714F6-6F11-9826-9767-37567B1EC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9732" y="1628776"/>
            <a:ext cx="9461718" cy="3999626"/>
          </a:xfrm>
        </p:spPr>
        <p:txBody>
          <a:bodyPr anchor="ctr" anchorCtr="0"/>
          <a:lstStyle>
            <a:lvl1pPr>
              <a:lnSpc>
                <a:spcPct val="83000"/>
              </a:lnSpc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61DB2-11FB-99E1-B80B-1463133B9A2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tx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027284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 userDrawn="1"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 sz="3000" dirty="0">
                <a:solidFill>
                  <a:schemeClr val="tx1"/>
                </a:solidFill>
              </a:rPr>
              <a:t>Brugerguide</a:t>
            </a:r>
            <a:r>
              <a:rPr lang="da-DK" baseline="0" dirty="0">
                <a:solidFill>
                  <a:schemeClr val="tx1"/>
                </a:solidFill>
              </a:rPr>
              <a:t> </a:t>
            </a:r>
            <a:r>
              <a:rPr lang="da-DK" sz="1800" baseline="0" dirty="0">
                <a:solidFill>
                  <a:schemeClr val="tx1"/>
                </a:solidFill>
              </a:rPr>
              <a:t>– </a:t>
            </a:r>
            <a:r>
              <a:rPr lang="da-DK" sz="1800" dirty="0">
                <a:solidFill>
                  <a:schemeClr val="tx1"/>
                </a:solidFill>
              </a:rPr>
              <a:t>Slet, før du færdiggør din</a:t>
            </a:r>
            <a:r>
              <a:rPr lang="da-DK" sz="1800" baseline="0" dirty="0">
                <a:solidFill>
                  <a:schemeClr val="tx1"/>
                </a:solidFill>
              </a:rPr>
              <a:t> </a:t>
            </a:r>
            <a:r>
              <a:rPr lang="da-DK" sz="1800" dirty="0">
                <a:solidFill>
                  <a:schemeClr val="tx1"/>
                </a:solidFill>
              </a:rPr>
              <a:t>præsentation</a:t>
            </a:r>
          </a:p>
        </p:txBody>
      </p:sp>
      <p:sp>
        <p:nvSpPr>
          <p:cNvPr id="48" name="Text Box 48"/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42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KU-skabeloner til PowerPoint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 du åbner PowerPoint på din KU-pc, åbner en skabelon i 16:9-format og med dansk KU-logo.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 du klikker på KU-fanen i værktøjslinjen, kan du via knappen ”Vælg Skabelon” vælge mellem skabeloner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 henholdsvis dansk og engelsk 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”fuld” eller ”lille” version (i den fulde version ser du et eksempel på hver diastype i venstrespalten)</a:t>
            </a:r>
          </a:p>
          <a:p>
            <a:pPr marL="88900" lvl="0" indent="-88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samt en demopræsentation med indsat tekst på engelsk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Hvis du bruger en ”fuld” version, skal du slette de dias, du ikke vil bruge.</a:t>
            </a:r>
            <a:b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Mac-brugere m.fl. kan hente PowerPoint-skabelonerne på</a:t>
            </a:r>
            <a:r>
              <a:rPr lang="da-DK" sz="800" baseline="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www.designguide.ku.dk/skabeloner/powerpoint/</a:t>
            </a:r>
            <a:b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praesentationer/</a:t>
            </a:r>
            <a:endParaRPr lang="da-DK" sz="800" dirty="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 Box 48"/>
          <p:cNvSpPr txBox="1">
            <a:spLocks noChangeArrowheads="1"/>
          </p:cNvSpPr>
          <p:nvPr userDrawn="1"/>
        </p:nvSpPr>
        <p:spPr bwMode="auto">
          <a:xfrm>
            <a:off x="2576655" y="4237555"/>
            <a:ext cx="1755548" cy="176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 din enheds navn (fx institut), sidenummer og dato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Indsæt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topmenuen 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Sidehoved og Sidefod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Udfyld felterne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 på alle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- eller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hvis det kun skal være på et enkelt dias/slide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Oplysningerne placeres i højre side af den grå topbjælke.</a:t>
            </a:r>
          </a:p>
        </p:txBody>
      </p:sp>
      <p:sp>
        <p:nvSpPr>
          <p:cNvPr id="50" name="Text Box 48"/>
          <p:cNvSpPr txBox="1">
            <a:spLocks noChangeArrowheads="1"/>
          </p:cNvSpPr>
          <p:nvPr userDrawn="1"/>
        </p:nvSpPr>
        <p:spPr bwMode="auto">
          <a:xfrm>
            <a:off x="587375" y="5678667"/>
            <a:ext cx="189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Lav nyt dias/slide (hhv. 2010- + 2013- og 2016-version) 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da-DK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</p:txBody>
      </p:sp>
      <p:pic>
        <p:nvPicPr>
          <p:cNvPr id="51" name="Billede 40"/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940574"/>
            <a:ext cx="395416" cy="126627"/>
          </a:xfrm>
          <a:prstGeom prst="rect">
            <a:avLst/>
          </a:prstGeom>
        </p:spPr>
      </p:pic>
      <p:sp>
        <p:nvSpPr>
          <p:cNvPr id="52" name="Text Box 48"/>
          <p:cNvSpPr txBox="1">
            <a:spLocks noChangeArrowheads="1"/>
          </p:cNvSpPr>
          <p:nvPr userDrawn="1"/>
        </p:nvSpPr>
        <p:spPr bwMode="auto">
          <a:xfrm>
            <a:off x="2587038" y="2582327"/>
            <a:ext cx="1624241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Diastype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da-DK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Vælg 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dit nuværende dias/slide til et alternativt layout</a:t>
            </a:r>
          </a:p>
        </p:txBody>
      </p:sp>
      <p:sp>
        <p:nvSpPr>
          <p:cNvPr id="53" name="Text Box 48"/>
          <p:cNvSpPr txBox="1">
            <a:spLocks noChangeArrowheads="1"/>
          </p:cNvSpPr>
          <p:nvPr userDrawn="1"/>
        </p:nvSpPr>
        <p:spPr bwMode="auto">
          <a:xfrm>
            <a:off x="2576655" y="3571524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Skrift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 Anvender skriften Microsoft New Tai Lue i PowerPoint.</a:t>
            </a:r>
            <a:endParaRPr lang="da-DK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4" name="Text Box 48"/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se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Klik på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Gitterlinjer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og/eller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etablere flere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Før musen over en eksisterende hjælpelinje og klik på linjen (koordinater på linjen vises)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nede, mens du flytter placeringen af den eksisterende linje (tilføjer en ny)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Tryk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Alt + F9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hurtig visning af hjælpelinjer</a:t>
            </a:r>
          </a:p>
        </p:txBody>
      </p:sp>
      <p:sp>
        <p:nvSpPr>
          <p:cNvPr id="55" name="Text Box 48"/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192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billede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På layouts med billedholder: Klik på ikon og 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Teksten ”Klik her, hvis du vil udskifte billedet” bliver ikke vist i din præsentation.  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hente KU-billeder, som er tilpasset og minimeret til 16:9-format via dette link:</a:t>
            </a:r>
            <a:b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https://image.ku.dk/shared/aZwD18034DnM3TYEw9XagEF6kxI6MLkV</a:t>
            </a:r>
            <a:endParaRPr lang="da-DK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slideshow-visning for at gøre linket aktivt.</a:t>
            </a:r>
          </a:p>
        </p:txBody>
      </p:sp>
      <p:sp>
        <p:nvSpPr>
          <p:cNvPr id="56" name="Text Box 48"/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Billedstørrelser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De optimale billedstørrelser 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Gem billederne i 72 dpi og i ”jpg-medium-kvalitet”</a:t>
            </a:r>
          </a:p>
        </p:txBody>
      </p:sp>
      <p:sp>
        <p:nvSpPr>
          <p:cNvPr id="57" name="Text Box 48"/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 billede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Klik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at ændre billedets fokus/størrelse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Ønsker du at skalere billedet, så hold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-knappen nede, mens du trækker i billedets hjørner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billedet og 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</p:txBody>
      </p:sp>
      <p:sp>
        <p:nvSpPr>
          <p:cNvPr id="58" name="Text Box 48"/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88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Skabelonens farver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vælge mellem en række farver til baggrunde og grafer.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den flade, du vil skifte farve på, og derefter malerbøtte-ikonet (Fyldfarve til figur)</a:t>
            </a:r>
          </a:p>
        </p:txBody>
      </p:sp>
      <p:sp>
        <p:nvSpPr>
          <p:cNvPr id="59" name="Text Box 48"/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Mere information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</a:t>
            </a:r>
            <a:r>
              <a:rPr lang="da-DK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designguiden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på</a:t>
            </a:r>
            <a:br>
              <a:rPr lang="da-DK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www.designguide.ku.dk/skabeloner/powerpoint/</a:t>
            </a:r>
            <a:b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praesentationer/</a:t>
            </a:r>
            <a:endParaRPr lang="da-DK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0" name="Billede 2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61" name="Billede 3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62" name="Billede 37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63" name="Text Box 48"/>
          <p:cNvSpPr txBox="1">
            <a:spLocks noChangeArrowheads="1"/>
          </p:cNvSpPr>
          <p:nvPr userDrawn="1"/>
        </p:nvSpPr>
        <p:spPr bwMode="auto">
          <a:xfrm>
            <a:off x="2564067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knappen 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Nyt dias/Nyt slide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på øverste del af knappen for at oprette i et dias/slide magen til det markerede. Klik på nederste del for at se et udvalg af mulige layoutvalg</a:t>
            </a:r>
            <a:endParaRPr lang="da-DK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4" name="Billede 39"/>
          <p:cNvPicPr>
            <a:picLocks noChangeAspect="1"/>
          </p:cNvPicPr>
          <p:nvPr userDrawn="1"/>
        </p:nvPicPr>
        <p:blipFill rotWithShape="1">
          <a:blip r:embed="rId3"/>
          <a:srcRect l="2931" r="60888"/>
          <a:stretch/>
        </p:blipFill>
        <p:spPr>
          <a:xfrm>
            <a:off x="4231619" y="1844048"/>
            <a:ext cx="235367" cy="418987"/>
          </a:xfrm>
          <a:prstGeom prst="rect">
            <a:avLst/>
          </a:prstGeom>
        </p:spPr>
      </p:pic>
      <p:sp>
        <p:nvSpPr>
          <p:cNvPr id="65" name="Freeform 10"/>
          <p:cNvSpPr>
            <a:spLocks noChangeAspect="1"/>
          </p:cNvSpPr>
          <p:nvPr userDrawn="1"/>
        </p:nvSpPr>
        <p:spPr>
          <a:xfrm rot="19800000">
            <a:off x="4404080" y="1900198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66" name="Freeform 10"/>
          <p:cNvSpPr>
            <a:spLocks noChangeAspect="1"/>
          </p:cNvSpPr>
          <p:nvPr userDrawn="1"/>
        </p:nvSpPr>
        <p:spPr>
          <a:xfrm rot="19800000">
            <a:off x="4416414" y="2138150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22" name="Pladsholder til dato 3" hidden="1">
            <a:extLst>
              <a:ext uri="{FF2B5EF4-FFF2-40B4-BE49-F238E27FC236}">
                <a16:creationId xmlns:a16="http://schemas.microsoft.com/office/drawing/2014/main" id="{79C6BA40-0A49-7673-45A9-7C4D3541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FA96AD4B-435A-4D0A-87A0-F4000646B7B6}" type="datetime1">
              <a:rPr lang="da-DK" smtClean="0"/>
              <a:t>25-06-2025</a:t>
            </a:fld>
            <a:endParaRPr lang="da-DK" dirty="0"/>
          </a:p>
        </p:txBody>
      </p:sp>
      <p:sp>
        <p:nvSpPr>
          <p:cNvPr id="23" name="Pladsholder til sidefod 4" hidden="1">
            <a:extLst>
              <a:ext uri="{FF2B5EF4-FFF2-40B4-BE49-F238E27FC236}">
                <a16:creationId xmlns:a16="http://schemas.microsoft.com/office/drawing/2014/main" id="{F4D4719E-1E3F-B75D-AF75-C575C79D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24" name="Pladsholder til slidenummer 5" hidden="1">
            <a:extLst>
              <a:ext uri="{FF2B5EF4-FFF2-40B4-BE49-F238E27FC236}">
                <a16:creationId xmlns:a16="http://schemas.microsoft.com/office/drawing/2014/main" id="{9434FDBC-E923-AFC0-E942-C9567245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4027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11012487" cy="467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F5BBBEC-8DDA-37BC-3B1E-5DB781A5DDC2}"/>
              </a:ext>
            </a:extLst>
          </p:cNvPr>
          <p:cNvSpPr/>
          <p:nvPr userDrawn="1"/>
        </p:nvSpPr>
        <p:spPr>
          <a:xfrm>
            <a:off x="0" y="0"/>
            <a:ext cx="12192000" cy="332655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EEFEE">
                  <a:alpha val="92941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8" y="96467"/>
            <a:ext cx="2346641" cy="159521"/>
          </a:xfrm>
          <a:prstGeom prst="rect">
            <a:avLst/>
          </a:prstGeom>
        </p:spPr>
      </p:pic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7A056A0C-BA80-48B5-9C35-4A96F80DBB77}" type="datetime1">
              <a:rPr lang="da-DK" smtClean="0"/>
              <a:t>25-06-2025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0362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9" r:id="rId2"/>
    <p:sldLayoutId id="2147483671" r:id="rId3"/>
    <p:sldLayoutId id="2147483701" r:id="rId4"/>
    <p:sldLayoutId id="2147483674" r:id="rId5"/>
    <p:sldLayoutId id="2147483670" r:id="rId6"/>
    <p:sldLayoutId id="2147483660" r:id="rId7"/>
    <p:sldLayoutId id="2147483662" r:id="rId8"/>
    <p:sldLayoutId id="2147483684" r:id="rId9"/>
    <p:sldLayoutId id="2147483685" r:id="rId10"/>
    <p:sldLayoutId id="2147483664" r:id="rId11"/>
    <p:sldLayoutId id="2147483665" r:id="rId12"/>
    <p:sldLayoutId id="2147483689" r:id="rId13"/>
    <p:sldLayoutId id="2147483702" r:id="rId14"/>
    <p:sldLayoutId id="2147483703" r:id="rId15"/>
    <p:sldLayoutId id="2147483694" r:id="rId16"/>
    <p:sldLayoutId id="2147483692" r:id="rId17"/>
    <p:sldLayoutId id="2147483691" r:id="rId18"/>
    <p:sldLayoutId id="2147483697" r:id="rId19"/>
    <p:sldLayoutId id="2147483704" r:id="rId20"/>
    <p:sldLayoutId id="2147483705" r:id="rId21"/>
    <p:sldLayoutId id="2147483695" r:id="rId22"/>
    <p:sldLayoutId id="2147483698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693" r:id="rId29"/>
    <p:sldLayoutId id="2147483688" r:id="rId3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spc="60" baseline="0">
          <a:solidFill>
            <a:schemeClr val="accent1"/>
          </a:solidFill>
          <a:latin typeface="+mj-lt"/>
          <a:ea typeface="Open Sans Extrabold" panose="020B0606030504020204" pitchFamily="34" charset="0"/>
          <a:cs typeface="Microsoft New Tai Lue" panose="020B0502040204020203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da-DK" sz="24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1pPr>
      <a:lvl2pPr marL="719138" marR="0" indent="-358775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2pPr>
      <a:lvl3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3pPr>
      <a:lvl4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4pPr>
      <a:lvl5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5pPr>
      <a:lvl6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6pPr>
      <a:lvl7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7pPr>
      <a:lvl8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8pPr>
      <a:lvl9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pos="371" userDrawn="1">
          <p15:clr>
            <a:srgbClr val="F26B43"/>
          </p15:clr>
        </p15:guide>
        <p15:guide id="6" pos="7308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4.gif"/><Relationship Id="rId4" Type="http://schemas.openxmlformats.org/officeDocument/2006/relationships/image" Target="../media/image23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6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6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670DA-CB1D-52FF-B682-1E3B0F069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80867-8F3E-466A-98B9-D9DE7558931A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80B1FE-6AA0-1689-4EA8-1D732EC2F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pPr/>
              <a:t>1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78738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4A27-B96F-FF49-952F-8EF3F8AA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70F0-8F8E-46A3-BFFE-96163F9D413B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56401-0EC4-5C4E-B05C-BACA002C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pPr/>
              <a:t>2</a:t>
            </a:fld>
            <a:endParaRPr lang="da-DK" noProof="0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EA49827-CE52-FD4B-8399-162D5E1DD0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55F9F9FB-61AF-8548-83E5-79EB62A8C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 err="1"/>
              <a:t>Understanding</a:t>
            </a:r>
            <a:r>
              <a:rPr lang="da-DK" noProof="0" dirty="0"/>
              <a:t> </a:t>
            </a:r>
            <a:r>
              <a:rPr lang="da-DK" noProof="0" dirty="0" err="1"/>
              <a:t>value</a:t>
            </a:r>
            <a:r>
              <a:rPr lang="da-DK" noProof="0" dirty="0"/>
              <a:t> </a:t>
            </a:r>
            <a:r>
              <a:rPr lang="da-DK" noProof="0" dirty="0" err="1"/>
              <a:t>through</a:t>
            </a:r>
            <a:r>
              <a:rPr lang="da-DK" noProof="0" dirty="0"/>
              <a:t> agent-</a:t>
            </a:r>
            <a:r>
              <a:rPr lang="da-DK" noProof="0" dirty="0" err="1"/>
              <a:t>based</a:t>
            </a:r>
            <a:r>
              <a:rPr lang="da-DK" noProof="0" dirty="0"/>
              <a:t> </a:t>
            </a:r>
            <a:r>
              <a:rPr lang="da-DK" noProof="0" dirty="0" err="1"/>
              <a:t>modeling</a:t>
            </a:r>
            <a:endParaRPr lang="da-DK" b="0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D5F85F-0777-314B-A8CB-A12F7D46B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963" y="4053600"/>
            <a:ext cx="5240337" cy="899766"/>
          </a:xfrm>
        </p:spPr>
        <p:txBody>
          <a:bodyPr/>
          <a:lstStyle/>
          <a:p>
            <a:r>
              <a:rPr lang="da-DK" b="0" noProof="0" dirty="0"/>
              <a:t>Luc Holme Qvistgaard, JQS943, NBB-01.2.C.056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218C83D-C112-3B45-B0BC-99E9475815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a-DK" noProof="0" dirty="0"/>
              <a:t>Bachelor forsvar</a:t>
            </a:r>
            <a:endParaRPr lang="da-DK" b="0" noProof="0" dirty="0"/>
          </a:p>
        </p:txBody>
      </p:sp>
    </p:spTree>
    <p:extLst>
      <p:ext uri="{BB962C8B-B14F-4D97-AF65-F5344CB8AC3E}">
        <p14:creationId xmlns:p14="http://schemas.microsoft.com/office/powerpoint/2010/main" val="260976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CEB37295-C82D-5443-8709-5DE22197CF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4A27-B96F-FF49-952F-8EF3F8AA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-385200"/>
            <a:ext cx="814976" cy="176797"/>
          </a:xfrm>
        </p:spPr>
        <p:txBody>
          <a:bodyPr/>
          <a:lstStyle/>
          <a:p>
            <a:fld id="{69623439-431C-4211-8F12-EE1A8207C71B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56401-0EC4-5C4E-B05C-BACA002C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5542" y="-385200"/>
            <a:ext cx="381759" cy="176797"/>
          </a:xfrm>
        </p:spPr>
        <p:txBody>
          <a:bodyPr/>
          <a:lstStyle/>
          <a:p>
            <a:fld id="{091A926C-488A-4E3E-9C21-57CAA120E114}" type="slidenum">
              <a:rPr lang="da-DK" noProof="0" smtClean="0"/>
              <a:pPr/>
              <a:t>3</a:t>
            </a:fld>
            <a:endParaRPr lang="da-DK" noProof="0" dirty="0"/>
          </a:p>
        </p:txBody>
      </p:sp>
      <p:sp>
        <p:nvSpPr>
          <p:cNvPr id="30" name="Title 29">
            <a:extLst>
              <a:ext uri="{FF2B5EF4-FFF2-40B4-BE49-F238E27FC236}">
                <a16:creationId xmlns:a16="http://schemas.microsoft.com/office/drawing/2014/main" id="{F90BE4D6-24D4-F64B-9E67-FD0A68F638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F3F5130-6843-5248-BB7D-444FA5781B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b="0" noProof="0" dirty="0"/>
              <a:t>Luc Holme Qvistgaard, JQS943, NBB ???</a:t>
            </a:r>
          </a:p>
          <a:p>
            <a:endParaRPr lang="da-DK" noProof="0" dirty="0"/>
          </a:p>
        </p:txBody>
      </p:sp>
      <p:sp>
        <p:nvSpPr>
          <p:cNvPr id="31" name="Subtitle 30">
            <a:extLst>
              <a:ext uri="{FF2B5EF4-FFF2-40B4-BE49-F238E27FC236}">
                <a16:creationId xmlns:a16="http://schemas.microsoft.com/office/drawing/2014/main" id="{5E971E38-04DF-4C44-A313-6521BA3D5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 err="1"/>
              <a:t>Understanding</a:t>
            </a:r>
            <a:r>
              <a:rPr lang="da-DK" noProof="0" dirty="0"/>
              <a:t> </a:t>
            </a:r>
            <a:r>
              <a:rPr lang="da-DK" noProof="0" dirty="0" err="1"/>
              <a:t>value</a:t>
            </a:r>
            <a:r>
              <a:rPr lang="da-DK" noProof="0" dirty="0"/>
              <a:t> </a:t>
            </a:r>
            <a:r>
              <a:rPr lang="da-DK" noProof="0" dirty="0" err="1"/>
              <a:t>through</a:t>
            </a:r>
            <a:r>
              <a:rPr lang="da-DK" noProof="0" dirty="0"/>
              <a:t> agent-</a:t>
            </a:r>
            <a:r>
              <a:rPr lang="da-DK" noProof="0" dirty="0" err="1"/>
              <a:t>based</a:t>
            </a:r>
            <a:r>
              <a:rPr lang="da-DK" noProof="0" dirty="0"/>
              <a:t> </a:t>
            </a:r>
            <a:r>
              <a:rPr lang="da-DK" noProof="0" dirty="0" err="1"/>
              <a:t>modeling</a:t>
            </a:r>
            <a:endParaRPr lang="da-DK" b="0" noProof="0" dirty="0"/>
          </a:p>
          <a:p>
            <a:endParaRPr lang="da-DK" noProof="0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91BABA8-810C-7347-9D7D-75980E9A95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a-DK" noProof="0" dirty="0"/>
              <a:t>Bachelor forsvar</a:t>
            </a:r>
            <a:endParaRPr lang="da-DK" b="0" noProof="0" dirty="0"/>
          </a:p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48578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ladsholder til billede 7" descr="Et billede, der indeholder tekst, person, kunst, menneske&#10;&#10;Indhold genereret af kunstig intelligens kan være forkert.">
            <a:extLst>
              <a:ext uri="{FF2B5EF4-FFF2-40B4-BE49-F238E27FC236}">
                <a16:creationId xmlns:a16="http://schemas.microsoft.com/office/drawing/2014/main" id="{CD4A02F0-451A-7A46-40CD-E0CF4FB3A8C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36" b="136"/>
          <a:stretch>
            <a:fillRect/>
          </a:stretch>
        </p:blipFill>
        <p:spPr>
          <a:xfrm rot="431854">
            <a:off x="6700188" y="2163121"/>
            <a:ext cx="4081276" cy="4070116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48A5D-54A7-F8CE-E826-31C4C339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95D23-72A3-49FB-9D23-C84F20B13D77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12B37-81FA-E347-F520-88411541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4</a:t>
            </a:fld>
            <a:endParaRPr lang="da-DK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105B52B-4A50-CEAB-742A-994342521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11" y="563481"/>
            <a:ext cx="11012486" cy="865187"/>
          </a:xfrm>
        </p:spPr>
        <p:txBody>
          <a:bodyPr/>
          <a:lstStyle/>
          <a:p>
            <a:r>
              <a:rPr lang="da-DK" noProof="0" dirty="0"/>
              <a:t>Disposition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1A5AE6-8CBC-20A5-40B6-320E50F67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2611" y="1923483"/>
            <a:ext cx="5818682" cy="4205308"/>
          </a:xfrm>
        </p:spPr>
        <p:txBody>
          <a:bodyPr/>
          <a:lstStyle/>
          <a:p>
            <a:r>
              <a:rPr lang="da-DK" sz="3000" noProof="0" dirty="0"/>
              <a:t>Agent-baseret model</a:t>
            </a:r>
          </a:p>
          <a:p>
            <a:pPr lvl="1"/>
            <a:r>
              <a:rPr lang="da-DK" sz="2000" b="0" noProof="0" dirty="0"/>
              <a:t>Sneppen-</a:t>
            </a:r>
            <a:r>
              <a:rPr lang="da-DK" sz="2000" b="0" noProof="0" dirty="0" err="1"/>
              <a:t>Donangelo</a:t>
            </a:r>
            <a:r>
              <a:rPr lang="da-DK" sz="2000" b="0" noProof="0" dirty="0"/>
              <a:t> modellen</a:t>
            </a:r>
          </a:p>
          <a:p>
            <a:pPr lvl="1"/>
            <a:r>
              <a:rPr lang="da-DK" sz="2000" b="0" noProof="0" dirty="0"/>
              <a:t>Implementering &amp; variation</a:t>
            </a:r>
            <a:endParaRPr lang="da-DK" sz="2000" noProof="0" dirty="0"/>
          </a:p>
          <a:p>
            <a:r>
              <a:rPr lang="da-DK" sz="3000" noProof="0" dirty="0"/>
              <a:t>Dynamikken bag værdi</a:t>
            </a:r>
          </a:p>
          <a:p>
            <a:pPr lvl="1"/>
            <a:r>
              <a:rPr lang="da-DK" sz="2000" b="0" noProof="0" dirty="0"/>
              <a:t>Teoretisk opførsel</a:t>
            </a:r>
          </a:p>
          <a:p>
            <a:pPr lvl="1"/>
            <a:r>
              <a:rPr lang="da-DK" sz="2000" b="0" noProof="0" dirty="0"/>
              <a:t>Observeret opførsel</a:t>
            </a:r>
          </a:p>
          <a:p>
            <a:pPr lvl="1"/>
            <a:r>
              <a:rPr lang="da-DK" sz="2000" b="0" noProof="0" dirty="0"/>
              <a:t>Hurst eksponent</a:t>
            </a:r>
          </a:p>
          <a:p>
            <a:r>
              <a:rPr lang="da-DK" sz="3000" noProof="0" dirty="0"/>
              <a:t>Fremtidige perspektiver</a:t>
            </a:r>
          </a:p>
          <a:p>
            <a:pPr lvl="1"/>
            <a:r>
              <a:rPr lang="da-DK" sz="2000" b="0" noProof="0" dirty="0"/>
              <a:t>Udbygning af modellen</a:t>
            </a:r>
          </a:p>
          <a:p>
            <a:pPr lvl="1"/>
            <a:r>
              <a:rPr lang="da-DK" sz="2000" b="0" noProof="0" dirty="0"/>
              <a:t>Rigtige markeder</a:t>
            </a:r>
          </a:p>
          <a:p>
            <a:pPr lvl="1"/>
            <a:endParaRPr lang="da-DK" sz="2100" b="0" noProof="0" dirty="0"/>
          </a:p>
          <a:p>
            <a:pPr lvl="1"/>
            <a:endParaRPr lang="da-DK" sz="2100" b="0" noProof="0" dirty="0"/>
          </a:p>
          <a:p>
            <a:pPr lvl="1"/>
            <a:endParaRPr lang="da-DK" sz="2100" b="0" noProof="0" dirty="0"/>
          </a:p>
          <a:p>
            <a:pPr lvl="1"/>
            <a:endParaRPr lang="da-DK" sz="2100" b="0" noProof="0" dirty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763E61B5-0B47-5854-73EE-232AE52F2053}"/>
              </a:ext>
            </a:extLst>
          </p:cNvPr>
          <p:cNvSpPr txBox="1"/>
          <p:nvPr/>
        </p:nvSpPr>
        <p:spPr>
          <a:xfrm>
            <a:off x="642611" y="1228613"/>
            <a:ext cx="11982598" cy="40011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da-DK" sz="2600" b="1" i="1" noProof="0" dirty="0">
                <a:solidFill>
                  <a:schemeClr val="bg1"/>
                </a:solidFill>
              </a:rPr>
              <a:t>Hvordan opstår og opfører værdi sig i byttebaserede handelssystemer?</a:t>
            </a:r>
          </a:p>
        </p:txBody>
      </p:sp>
    </p:spTree>
    <p:extLst>
      <p:ext uri="{BB962C8B-B14F-4D97-AF65-F5344CB8AC3E}">
        <p14:creationId xmlns:p14="http://schemas.microsoft.com/office/powerpoint/2010/main" val="195441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ladsholder til billede 8" descr="Et billede, der indeholder tekst, skærmbillede, nummer/tal, Parallel&#10;&#10;Indhold genereret af kunstig intelligens kan være forkert.">
            <a:extLst>
              <a:ext uri="{FF2B5EF4-FFF2-40B4-BE49-F238E27FC236}">
                <a16:creationId xmlns:a16="http://schemas.microsoft.com/office/drawing/2014/main" id="{3789C7AF-74E4-D049-136C-52B4C1B3567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tretch/>
        </p:blipFill>
        <p:spPr>
          <a:xfrm>
            <a:off x="4830149" y="1485899"/>
            <a:ext cx="6065774" cy="3002557"/>
          </a:xfr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E9BA9-DE84-F57E-E23E-BF8617D8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9BEE6826-E1F6-412C-87DD-36987586B0CE}" type="datetime1">
              <a:rPr lang="da-DK" noProof="0" smtClean="0"/>
              <a:pPr>
                <a:spcAft>
                  <a:spcPts val="600"/>
                </a:spcAft>
              </a:pPr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EB5CFE-A8BE-4EC6-938A-79997C12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da-DK" noProof="0" smtClean="0"/>
              <a:pPr>
                <a:spcAft>
                  <a:spcPts val="600"/>
                </a:spcAft>
              </a:pPr>
              <a:t>5</a:t>
            </a:fld>
            <a:endParaRPr lang="da-DK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BD88C12-BCE7-B439-510E-4E86B17A0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5" y="620712"/>
            <a:ext cx="11012486" cy="865187"/>
          </a:xfrm>
        </p:spPr>
        <p:txBody>
          <a:bodyPr anchor="t">
            <a:normAutofit/>
          </a:bodyPr>
          <a:lstStyle/>
          <a:p>
            <a:r>
              <a:rPr lang="da-DK" noProof="0" dirty="0"/>
              <a:t>Agent modellen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C719B47-8597-DC8F-CE4D-2C5C35747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5" y="1485899"/>
            <a:ext cx="5818682" cy="4205308"/>
          </a:xfrm>
        </p:spPr>
        <p:txBody>
          <a:bodyPr/>
          <a:lstStyle/>
          <a:p>
            <a:r>
              <a:rPr lang="da-DK" i="1" noProof="0" dirty="0"/>
              <a:t>N </a:t>
            </a:r>
            <a:r>
              <a:rPr lang="da-DK" b="0" noProof="0" dirty="0"/>
              <a:t>agenter</a:t>
            </a:r>
          </a:p>
          <a:p>
            <a:r>
              <a:rPr lang="da-DK" i="1" noProof="0" dirty="0"/>
              <a:t>L </a:t>
            </a:r>
            <a:r>
              <a:rPr lang="da-DK" b="0" noProof="0" dirty="0"/>
              <a:t>varer</a:t>
            </a:r>
          </a:p>
          <a:p>
            <a:r>
              <a:rPr lang="da-DK" i="1" noProof="0" dirty="0"/>
              <a:t>U </a:t>
            </a:r>
            <a:r>
              <a:rPr lang="da-DK" b="0" noProof="0" dirty="0"/>
              <a:t>kopier</a:t>
            </a:r>
          </a:p>
          <a:p>
            <a:r>
              <a:rPr lang="da-DK" i="1" noProof="0" dirty="0"/>
              <a:t>M </a:t>
            </a:r>
            <a:r>
              <a:rPr lang="da-DK" b="0" noProof="0" dirty="0"/>
              <a:t>hukommelse</a:t>
            </a:r>
          </a:p>
          <a:p>
            <a:r>
              <a:rPr lang="da-DK" dirty="0" err="1"/>
              <a:t>Need</a:t>
            </a:r>
            <a:r>
              <a:rPr lang="da-DK" dirty="0"/>
              <a:t> </a:t>
            </a:r>
            <a:r>
              <a:rPr lang="da-DK" b="0" dirty="0"/>
              <a:t>|</a:t>
            </a:r>
            <a:r>
              <a:rPr lang="da-DK" dirty="0"/>
              <a:t> </a:t>
            </a:r>
            <a:r>
              <a:rPr lang="da-DK" dirty="0" err="1"/>
              <a:t>Greed</a:t>
            </a:r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354440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B6543-01AA-EF1D-84D6-CACDF5CF4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ladsholder til billede 7" descr="Et billede, der indeholder tekst, linje/række, Kurve, diagram&#10;&#10;Indhold genereret af kunstig intelligens kan være forkert.">
            <a:extLst>
              <a:ext uri="{FF2B5EF4-FFF2-40B4-BE49-F238E27FC236}">
                <a16:creationId xmlns:a16="http://schemas.microsoft.com/office/drawing/2014/main" id="{02E228A3-9198-5ED9-A5BD-7949EF0FCE7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731" r="884"/>
          <a:stretch/>
        </p:blipFill>
        <p:spPr>
          <a:xfrm>
            <a:off x="5765532" y="1485899"/>
            <a:ext cx="5669281" cy="464037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1E2AEC-7AB1-50AD-7466-A65E3FB3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95D23-72A3-49FB-9D23-C84F20B13D77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9B687-D316-A67A-7826-0D7DF7C1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6</a:t>
            </a:fld>
            <a:endParaRPr lang="da-DK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1D6262-B7D2-CC77-D691-32197BDE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Analytiske størrelser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EE2AF0-D2A7-297C-E945-A11D7FB30D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b="1" noProof="0" dirty="0"/>
              <a:t>Efterspørgsel </a:t>
            </a:r>
            <a:r>
              <a:rPr lang="da-DK" b="0" i="1" noProof="0" dirty="0"/>
              <a:t>D(j)</a:t>
            </a:r>
          </a:p>
          <a:p>
            <a:r>
              <a:rPr lang="da-DK" b="1" noProof="0" dirty="0"/>
              <a:t>Direkte behov </a:t>
            </a:r>
            <a:r>
              <a:rPr lang="da-DK" b="0" i="1" noProof="0" dirty="0"/>
              <a:t>A(j)</a:t>
            </a:r>
            <a:r>
              <a:rPr lang="da-DK" i="1" noProof="0" dirty="0"/>
              <a:t> </a:t>
            </a:r>
          </a:p>
          <a:p>
            <a:r>
              <a:rPr lang="da-DK" b="1" noProof="0" dirty="0"/>
              <a:t>Prof</a:t>
            </a:r>
            <a:r>
              <a:rPr lang="da-DK" b="1" dirty="0"/>
              <a:t>it </a:t>
            </a:r>
            <a:r>
              <a:rPr lang="el-GR" b="0" i="1" dirty="0"/>
              <a:t>Δ</a:t>
            </a:r>
            <a:r>
              <a:rPr lang="da-DK" b="0" i="1" dirty="0"/>
              <a:t>x </a:t>
            </a:r>
            <a:endParaRPr lang="da-DK" b="0" dirty="0"/>
          </a:p>
          <a:p>
            <a:r>
              <a:rPr lang="da-DK" b="1" dirty="0"/>
              <a:t>Hurst eksponent </a:t>
            </a:r>
            <a:r>
              <a:rPr lang="da-DK" b="0" i="1" dirty="0"/>
              <a:t>H </a:t>
            </a:r>
            <a:endParaRPr lang="da-DK" b="0" noProof="0" dirty="0"/>
          </a:p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181793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BDFE4-2070-0685-5FAB-4B516CD3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ladsholder til billede 9" descr="Et billede, der indeholder tekst, skærmbillede, Kurve, linje/række&#10;&#10;Indhold genereret af kunstig intelligens kan være forkert.">
            <a:extLst>
              <a:ext uri="{FF2B5EF4-FFF2-40B4-BE49-F238E27FC236}">
                <a16:creationId xmlns:a16="http://schemas.microsoft.com/office/drawing/2014/main" id="{9C94ACD8-EFAC-994D-50B8-C5E07DCAA8D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581" r="615"/>
          <a:stretch/>
        </p:blipFill>
        <p:spPr>
          <a:xfrm>
            <a:off x="806019" y="1844069"/>
            <a:ext cx="9930580" cy="464037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C1E490-42A1-B5CC-2A7C-9C91B2777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95D23-72A3-49FB-9D23-C84F20B13D77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EF602-C9F3-E2DE-3AE7-7A7B073C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7</a:t>
            </a:fld>
            <a:endParaRPr lang="da-DK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5DA25B-E9C8-CB39-E614-A5CCA1105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Teoretisk analyse</a:t>
            </a:r>
            <a:endParaRPr lang="da-DK" noProof="0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D8665623-D319-6FB3-9EE8-82F74EFE59D6}"/>
              </a:ext>
            </a:extLst>
          </p:cNvPr>
          <p:cNvSpPr txBox="1"/>
          <p:nvPr/>
        </p:nvSpPr>
        <p:spPr>
          <a:xfrm>
            <a:off x="588965" y="1134791"/>
            <a:ext cx="498588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2400" b="1" dirty="0">
                <a:solidFill>
                  <a:schemeClr val="bg1"/>
                </a:solidFill>
                <a:latin typeface="+mn-lt"/>
              </a:rPr>
              <a:t>Udelukkende </a:t>
            </a:r>
            <a:r>
              <a:rPr lang="da-DK" sz="2400" b="1" i="1" dirty="0" err="1">
                <a:solidFill>
                  <a:schemeClr val="bg1"/>
                </a:solidFill>
                <a:latin typeface="+mn-lt"/>
              </a:rPr>
              <a:t>need</a:t>
            </a:r>
            <a:r>
              <a:rPr lang="da-DK" sz="2400" b="1" dirty="0">
                <a:solidFill>
                  <a:schemeClr val="bg1"/>
                </a:solidFill>
                <a:latin typeface="+mn-lt"/>
              </a:rPr>
              <a:t>  handel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55B79A0-8ED3-6F62-0F9B-6AF9A76F3FB9}"/>
              </a:ext>
            </a:extLst>
          </p:cNvPr>
          <p:cNvSpPr txBox="1"/>
          <p:nvPr/>
        </p:nvSpPr>
        <p:spPr>
          <a:xfrm>
            <a:off x="481263" y="1304764"/>
            <a:ext cx="2733575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24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2" name="Billede 11" descr="Et billede, der indeholder tekst, skærmbillede, Kurve, diagram">
            <a:extLst>
              <a:ext uri="{FF2B5EF4-FFF2-40B4-BE49-F238E27FC236}">
                <a16:creationId xmlns:a16="http://schemas.microsoft.com/office/drawing/2014/main" id="{E7B38675-98CE-A46E-6395-C223FC022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4" y="1825845"/>
            <a:ext cx="4866155" cy="457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62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4BF65-5C78-56E5-5BC1-6C7CBF76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21165-C1A6-1CC7-B51E-10DC523F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95D23-72A3-49FB-9D23-C84F20B13D77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9D216-CB6D-B97D-5092-10C7886A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8</a:t>
            </a:fld>
            <a:endParaRPr lang="da-DK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78D03E-3E20-607B-98FA-A487A30F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Teoretisk analyse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D2EE4600-4D7C-DB7D-63B5-52CCAD3C0545}"/>
              </a:ext>
            </a:extLst>
          </p:cNvPr>
          <p:cNvSpPr txBox="1"/>
          <p:nvPr/>
        </p:nvSpPr>
        <p:spPr>
          <a:xfrm>
            <a:off x="588965" y="1134791"/>
            <a:ext cx="498588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2400" b="1" dirty="0">
                <a:solidFill>
                  <a:schemeClr val="bg1"/>
                </a:solidFill>
                <a:latin typeface="+mn-lt"/>
              </a:rPr>
              <a:t>Udelukkende </a:t>
            </a:r>
            <a:r>
              <a:rPr lang="da-DK" sz="2400" b="1" i="1" dirty="0" err="1">
                <a:solidFill>
                  <a:schemeClr val="bg1"/>
                </a:solidFill>
              </a:rPr>
              <a:t>greed</a:t>
            </a:r>
            <a:r>
              <a:rPr lang="da-DK" sz="2400" b="1" dirty="0">
                <a:solidFill>
                  <a:schemeClr val="bg1"/>
                </a:solidFill>
                <a:latin typeface="+mn-lt"/>
              </a:rPr>
              <a:t>  handel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2236838-7734-EB49-C8B0-6BAA93276CE0}"/>
              </a:ext>
            </a:extLst>
          </p:cNvPr>
          <p:cNvSpPr txBox="1"/>
          <p:nvPr/>
        </p:nvSpPr>
        <p:spPr>
          <a:xfrm>
            <a:off x="481263" y="1304764"/>
            <a:ext cx="2733575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24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8" name="Pladsholder til billede 17" descr="Et billede, der indeholder tekst, diagram, linje/række, Kurve">
            <a:extLst>
              <a:ext uri="{FF2B5EF4-FFF2-40B4-BE49-F238E27FC236}">
                <a16:creationId xmlns:a16="http://schemas.microsoft.com/office/drawing/2014/main" id="{E2221346-985D-C6E2-8488-68DA8725771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567" r="411"/>
          <a:stretch/>
        </p:blipFill>
        <p:spPr>
          <a:xfrm>
            <a:off x="753703" y="1844069"/>
            <a:ext cx="9825665" cy="4640373"/>
          </a:xfrm>
        </p:spPr>
      </p:pic>
      <p:pic>
        <p:nvPicPr>
          <p:cNvPr id="20" name="Billede 19" descr="Et billede, der indeholder tekst, skærmbillede, diagram, Kurve">
            <a:extLst>
              <a:ext uri="{FF2B5EF4-FFF2-40B4-BE49-F238E27FC236}">
                <a16:creationId xmlns:a16="http://schemas.microsoft.com/office/drawing/2014/main" id="{B4250C18-1214-F12D-89DF-EBEB32485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03" y="1862293"/>
            <a:ext cx="9844193" cy="462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2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5998-E381-20C6-33AE-8ED1247D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A4584-A83A-1021-343B-81243D434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95D23-72A3-49FB-9D23-C84F20B13D77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F0457-4757-FA2F-0519-3D368D681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9</a:t>
            </a:fld>
            <a:endParaRPr lang="da-DK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67E3F5-C50C-24B3-F47F-FCE650877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Observerende analyse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7E2F24CF-B695-4182-E654-E0A784C478B3}"/>
              </a:ext>
            </a:extLst>
          </p:cNvPr>
          <p:cNvSpPr txBox="1"/>
          <p:nvPr/>
        </p:nvSpPr>
        <p:spPr>
          <a:xfrm>
            <a:off x="588965" y="1134791"/>
            <a:ext cx="498588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2400" b="1" dirty="0">
                <a:solidFill>
                  <a:schemeClr val="bg1"/>
                </a:solidFill>
                <a:latin typeface="+mn-lt"/>
              </a:rPr>
              <a:t>Grænse til kun </a:t>
            </a:r>
            <a:r>
              <a:rPr lang="da-DK" sz="2400" b="1" i="1" dirty="0" err="1">
                <a:solidFill>
                  <a:schemeClr val="bg1"/>
                </a:solidFill>
              </a:rPr>
              <a:t>greed</a:t>
            </a:r>
            <a:r>
              <a:rPr lang="da-DK" sz="2400" b="1" dirty="0">
                <a:solidFill>
                  <a:schemeClr val="bg1"/>
                </a:solidFill>
                <a:latin typeface="+mn-lt"/>
              </a:rPr>
              <a:t>  handel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3ED2673E-1545-9F38-95B6-9E588549F78C}"/>
              </a:ext>
            </a:extLst>
          </p:cNvPr>
          <p:cNvSpPr txBox="1"/>
          <p:nvPr/>
        </p:nvSpPr>
        <p:spPr>
          <a:xfrm>
            <a:off x="481263" y="1304764"/>
            <a:ext cx="2733575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24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" name="Pladsholder til billede 9" descr="Et billede, der indeholder tekst, skærmbillede, linje/række, Kurve&#10;&#10;Indhold genereret af kunstig intelligens kan være forkert.">
            <a:extLst>
              <a:ext uri="{FF2B5EF4-FFF2-40B4-BE49-F238E27FC236}">
                <a16:creationId xmlns:a16="http://schemas.microsoft.com/office/drawing/2014/main" id="{E4ECA782-72D6-F6C6-F1BF-0BB5866E4A6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476" r="335"/>
          <a:stretch/>
        </p:blipFill>
        <p:spPr>
          <a:xfrm>
            <a:off x="814976" y="1844069"/>
            <a:ext cx="10329111" cy="3517218"/>
          </a:xfrm>
        </p:spPr>
      </p:pic>
      <p:pic>
        <p:nvPicPr>
          <p:cNvPr id="12" name="Billede 11" descr="Et billede, der indeholder skærmbillede, tekst, linje/række, diagram">
            <a:extLst>
              <a:ext uri="{FF2B5EF4-FFF2-40B4-BE49-F238E27FC236}">
                <a16:creationId xmlns:a16="http://schemas.microsoft.com/office/drawing/2014/main" id="{05ECF341-82BD-033E-8450-0801DBDB5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664" y="1616344"/>
            <a:ext cx="5715000" cy="4762500"/>
          </a:xfrm>
          <a:prstGeom prst="rect">
            <a:avLst/>
          </a:prstGeom>
        </p:spPr>
      </p:pic>
      <p:pic>
        <p:nvPicPr>
          <p:cNvPr id="14" name="Billede 13" descr="Et billede, der indeholder skærmbillede, tekst, linje/række, diagram">
            <a:extLst>
              <a:ext uri="{FF2B5EF4-FFF2-40B4-BE49-F238E27FC236}">
                <a16:creationId xmlns:a16="http://schemas.microsoft.com/office/drawing/2014/main" id="{BCAF00DB-BD5E-EADA-0E39-5F9ACC3B2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664" y="1616344"/>
            <a:ext cx="5715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56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87AD-DABF-C2D2-CF38-F19EE7630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C3247F-95DC-C37E-B377-506B89DB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95D23-72A3-49FB-9D23-C84F20B13D77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D8B8F-CB18-7783-21A9-3D351F66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10</a:t>
            </a:fld>
            <a:endParaRPr lang="da-DK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79B4EC-1E6D-BF69-10F6-B86EA749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Observerende analyse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2626F06C-E16B-6F8C-84CC-034AC68A7538}"/>
              </a:ext>
            </a:extLst>
          </p:cNvPr>
          <p:cNvSpPr txBox="1"/>
          <p:nvPr/>
        </p:nvSpPr>
        <p:spPr>
          <a:xfrm>
            <a:off x="588965" y="1134791"/>
            <a:ext cx="7952362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2400" b="1" dirty="0">
                <a:solidFill>
                  <a:schemeClr val="bg1"/>
                </a:solidFill>
                <a:latin typeface="+mn-lt"/>
              </a:rPr>
              <a:t>Grænse til kun </a:t>
            </a:r>
            <a:r>
              <a:rPr lang="da-DK" sz="2400" b="1" i="1" dirty="0" err="1">
                <a:solidFill>
                  <a:schemeClr val="bg1"/>
                </a:solidFill>
              </a:rPr>
              <a:t>need</a:t>
            </a:r>
            <a:r>
              <a:rPr lang="da-DK" sz="2400" b="1" dirty="0">
                <a:solidFill>
                  <a:schemeClr val="bg1"/>
                </a:solidFill>
                <a:latin typeface="+mn-lt"/>
              </a:rPr>
              <a:t>  handel og feedback loops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911D0A4A-A73B-394B-C46A-1CD3C4BC58B5}"/>
              </a:ext>
            </a:extLst>
          </p:cNvPr>
          <p:cNvSpPr txBox="1"/>
          <p:nvPr/>
        </p:nvSpPr>
        <p:spPr>
          <a:xfrm>
            <a:off x="481263" y="1304764"/>
            <a:ext cx="2733575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24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1" name="Pladsholder til billede 10" descr="Et billede, der indeholder diagram, tekst, linje/række, skærmbillede&#10;&#10;Indhold genereret af kunstig intelligens kan være forkert.">
            <a:extLst>
              <a:ext uri="{FF2B5EF4-FFF2-40B4-BE49-F238E27FC236}">
                <a16:creationId xmlns:a16="http://schemas.microsoft.com/office/drawing/2014/main" id="{89BF46ED-9FFA-61DC-491E-D991CB7D660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23" r="261"/>
          <a:stretch/>
        </p:blipFill>
        <p:spPr>
          <a:xfrm>
            <a:off x="656933" y="1844069"/>
            <a:ext cx="10876549" cy="4077467"/>
          </a:xfrm>
        </p:spPr>
      </p:pic>
      <p:pic>
        <p:nvPicPr>
          <p:cNvPr id="15" name="Billede 14" descr="Et billede, der indeholder skærmbillede, kvadratisk, tekst, Rektangel&#10;&#10;Indhold genereret af kunstig intelligens kan være forkert.">
            <a:extLst>
              <a:ext uri="{FF2B5EF4-FFF2-40B4-BE49-F238E27FC236}">
                <a16:creationId xmlns:a16="http://schemas.microsoft.com/office/drawing/2014/main" id="{00A6725D-EB7D-7AF0-F7CB-E75192797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65" y="1766631"/>
            <a:ext cx="4985886" cy="415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0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7B232-9319-47C9-BBFA-810F5239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1C165-0D46-7414-CA20-C981C9239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95D23-72A3-49FB-9D23-C84F20B13D77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23326-2738-F619-5E86-3C9C7018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11</a:t>
            </a:fld>
            <a:endParaRPr lang="da-DK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A8A7A6-2382-1883-6EB7-40383CEED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Observerende analyse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10CAB334-FBB9-0766-3BFD-BC3A0B393D3B}"/>
              </a:ext>
            </a:extLst>
          </p:cNvPr>
          <p:cNvSpPr txBox="1"/>
          <p:nvPr/>
        </p:nvSpPr>
        <p:spPr>
          <a:xfrm>
            <a:off x="588965" y="1134791"/>
            <a:ext cx="498588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2400" b="1" dirty="0">
                <a:solidFill>
                  <a:schemeClr val="bg1"/>
                </a:solidFill>
                <a:latin typeface="+mn-lt"/>
              </a:rPr>
              <a:t>Grænse til kun </a:t>
            </a:r>
            <a:r>
              <a:rPr lang="da-DK" sz="2400" b="1" i="1" dirty="0" err="1">
                <a:solidFill>
                  <a:schemeClr val="bg1"/>
                </a:solidFill>
              </a:rPr>
              <a:t>need</a:t>
            </a:r>
            <a:r>
              <a:rPr lang="da-DK" sz="2400" b="1" dirty="0">
                <a:solidFill>
                  <a:schemeClr val="bg1"/>
                </a:solidFill>
                <a:latin typeface="+mn-lt"/>
              </a:rPr>
              <a:t>  handel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F78B1BBC-6FE7-1D90-3303-42F99BC0B35A}"/>
              </a:ext>
            </a:extLst>
          </p:cNvPr>
          <p:cNvSpPr txBox="1"/>
          <p:nvPr/>
        </p:nvSpPr>
        <p:spPr>
          <a:xfrm>
            <a:off x="481263" y="1304764"/>
            <a:ext cx="2733575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24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1" name="Pladsholder til billede 10" descr="Et billede, der indeholder diagram, tekst, linje/række, skærmbillede&#10;&#10;Indhold genereret af kunstig intelligens kan være forkert.">
            <a:extLst>
              <a:ext uri="{FF2B5EF4-FFF2-40B4-BE49-F238E27FC236}">
                <a16:creationId xmlns:a16="http://schemas.microsoft.com/office/drawing/2014/main" id="{6C5CD4B0-3C8E-D61D-6237-9FFE1EBFF40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23" r="261"/>
          <a:stretch/>
        </p:blipFill>
        <p:spPr>
          <a:xfrm>
            <a:off x="656933" y="1844069"/>
            <a:ext cx="10876549" cy="4077467"/>
          </a:xfrm>
        </p:spPr>
      </p:pic>
      <p:pic>
        <p:nvPicPr>
          <p:cNvPr id="15" name="Billede 14" descr="Et billede, der indeholder skærmbillede, kvadratisk, tekst, Rektangel&#10;&#10;Indhold genereret af kunstig intelligens kan være forkert.">
            <a:extLst>
              <a:ext uri="{FF2B5EF4-FFF2-40B4-BE49-F238E27FC236}">
                <a16:creationId xmlns:a16="http://schemas.microsoft.com/office/drawing/2014/main" id="{CEFBEAB0-CAE5-2C8B-2D4A-DC3277CB7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65" y="1766631"/>
            <a:ext cx="4985886" cy="415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1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5D791-CCB3-1E41-9275-846295D5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54480-C453-0249-AF66-494D6C878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3716D6-12A9-6848-9732-186C35C7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D22D-F364-4E9E-AF9D-75D698CDD634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9EDD3-1818-064E-95C1-FCEF1BC9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12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079576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BDD1F1-F931-10DC-E92A-907930429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9496D0A-AF8F-D58B-09EC-A37528457A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35A0246-6A7D-CE6D-4CAA-6B3AD9561F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8D8CE-FCFB-854F-9B04-68E92947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FAC71-4279-437B-9CFA-FCD2CE398AF1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11F2CF-A41F-BC40-BDEF-88757098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13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25136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0266ADF-3251-104F-AB49-D5C7A015B8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591B8B-6ED3-774C-A395-E77FBF834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15C6AB-3CEF-A845-B836-DCF664F91E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8D8CE-FCFB-854F-9B04-68E92947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D294-A353-4E32-BF64-EF8209EE85A7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11F2CF-A41F-BC40-BDEF-88757098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14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766688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70EB308-D53B-0D4A-9F98-77C444DEE2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81BC6A5-3111-D144-BDFC-F615234C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b="0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8D8CE-FCFB-854F-9B04-68E92947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A88D-614F-4301-9C27-D4209635DCCB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11F2CF-A41F-BC40-BDEF-88757098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15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152244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8EFFC1-A9F6-E463-A932-409A83E54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8D8CE-FCFB-854F-9B04-68E92947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94506-ABC9-4E08-8905-766678EFB9E9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11F2CF-A41F-BC40-BDEF-88757098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16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523048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8D8CE-FCFB-854F-9B04-68E92947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921E-E217-4C5B-8665-E54AD63D156E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11F2CF-A41F-BC40-BDEF-88757098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17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00659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68AC3-DC84-42CE-A4BA-D9A4EECB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4BA9C-8258-4EE1-8932-58667A465944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A2C6C1-AC18-AE8B-09A7-E8EDB776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pPr/>
              <a:t>18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508327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E84CB-FAB2-E377-28DE-7C16BF08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25D199-3C20-25F5-34CA-3D046237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LOREM IPSUM </a:t>
            </a:r>
            <a:r>
              <a:rPr lang="da-DK" b="0" noProof="0" dirty="0"/>
              <a:t>– SIT!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EE1646-ABB6-D8A6-A53A-91D1A6D49C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r>
              <a:rPr lang="da-DK" noProof="0" dirty="0" err="1"/>
              <a:t>dolor</a:t>
            </a:r>
            <a:r>
              <a:rPr lang="da-DK" noProof="0" dirty="0"/>
              <a:t> sit </a:t>
            </a:r>
            <a:r>
              <a:rPr lang="da-DK" noProof="0" dirty="0" err="1"/>
              <a:t>amet</a:t>
            </a:r>
            <a:endParaRPr lang="da-DK" noProof="0" dirty="0"/>
          </a:p>
          <a:p>
            <a:r>
              <a:rPr lang="da-DK" noProof="0" dirty="0" err="1"/>
              <a:t>Consectetur</a:t>
            </a:r>
            <a:r>
              <a:rPr lang="da-DK" noProof="0" dirty="0"/>
              <a:t> ad</a:t>
            </a:r>
          </a:p>
          <a:p>
            <a:r>
              <a:rPr lang="da-DK" noProof="0" dirty="0" err="1"/>
              <a:t>Sed</a:t>
            </a:r>
            <a:r>
              <a:rPr lang="da-DK" noProof="0" dirty="0"/>
              <a:t> do </a:t>
            </a:r>
            <a:r>
              <a:rPr lang="da-DK" noProof="0" dirty="0" err="1"/>
              <a:t>eiusmod</a:t>
            </a:r>
            <a:r>
              <a:rPr lang="da-DK" noProof="0" dirty="0"/>
              <a:t> </a:t>
            </a:r>
            <a:r>
              <a:rPr lang="da-DK" noProof="0" dirty="0" err="1"/>
              <a:t>tempor</a:t>
            </a:r>
            <a:r>
              <a:rPr lang="da-DK" noProof="0" dirty="0"/>
              <a:t> </a:t>
            </a:r>
            <a:r>
              <a:rPr lang="da-DK" noProof="0" dirty="0" err="1"/>
              <a:t>incididunt</a:t>
            </a:r>
            <a:endParaRPr lang="da-DK" noProof="0" dirty="0"/>
          </a:p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r>
              <a:rPr lang="da-DK" noProof="0" dirty="0" err="1"/>
              <a:t>dolor</a:t>
            </a:r>
            <a:r>
              <a:rPr lang="da-DK" noProof="0" dirty="0"/>
              <a:t> sit </a:t>
            </a:r>
            <a:r>
              <a:rPr lang="da-DK" noProof="0" dirty="0" err="1"/>
              <a:t>amet</a:t>
            </a:r>
            <a:endParaRPr lang="da-DK" noProof="0" dirty="0"/>
          </a:p>
          <a:p>
            <a:r>
              <a:rPr lang="da-DK" noProof="0" dirty="0" err="1"/>
              <a:t>Consectetur</a:t>
            </a:r>
            <a:r>
              <a:rPr lang="da-DK" noProof="0" dirty="0"/>
              <a:t> 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567E1-CAF7-B953-EB65-9B6639D01D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r>
              <a:rPr lang="da-DK" noProof="0" dirty="0" err="1"/>
              <a:t>dolor</a:t>
            </a:r>
            <a:r>
              <a:rPr lang="da-DK" noProof="0" dirty="0"/>
              <a:t> sit </a:t>
            </a:r>
            <a:r>
              <a:rPr lang="da-DK" noProof="0" dirty="0" err="1"/>
              <a:t>amet</a:t>
            </a:r>
            <a:endParaRPr lang="da-DK" noProof="0" dirty="0"/>
          </a:p>
          <a:p>
            <a:r>
              <a:rPr lang="da-DK" noProof="0" dirty="0" err="1"/>
              <a:t>Consectetur</a:t>
            </a:r>
            <a:r>
              <a:rPr lang="da-DK" noProof="0" dirty="0"/>
              <a:t> ad</a:t>
            </a:r>
          </a:p>
          <a:p>
            <a:r>
              <a:rPr lang="da-DK" noProof="0" dirty="0" err="1"/>
              <a:t>Sed</a:t>
            </a:r>
            <a:r>
              <a:rPr lang="da-DK" noProof="0" dirty="0"/>
              <a:t> do </a:t>
            </a:r>
            <a:r>
              <a:rPr lang="da-DK" noProof="0" dirty="0" err="1"/>
              <a:t>eiusmod</a:t>
            </a:r>
            <a:r>
              <a:rPr lang="da-DK" noProof="0" dirty="0"/>
              <a:t> </a:t>
            </a:r>
            <a:r>
              <a:rPr lang="da-DK" noProof="0" dirty="0" err="1"/>
              <a:t>tempor</a:t>
            </a:r>
            <a:r>
              <a:rPr lang="da-DK" noProof="0" dirty="0"/>
              <a:t> </a:t>
            </a:r>
            <a:r>
              <a:rPr lang="da-DK" noProof="0" dirty="0" err="1"/>
              <a:t>incididunt</a:t>
            </a:r>
            <a:endParaRPr lang="da-DK" noProof="0" dirty="0"/>
          </a:p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r>
              <a:rPr lang="da-DK" noProof="0" dirty="0" err="1"/>
              <a:t>dolor</a:t>
            </a:r>
            <a:r>
              <a:rPr lang="da-DK" noProof="0" dirty="0"/>
              <a:t> sit </a:t>
            </a:r>
            <a:r>
              <a:rPr lang="da-DK" noProof="0" dirty="0" err="1"/>
              <a:t>amet</a:t>
            </a:r>
            <a:endParaRPr lang="da-DK" noProof="0" dirty="0"/>
          </a:p>
          <a:p>
            <a:r>
              <a:rPr lang="da-DK" noProof="0" dirty="0" err="1"/>
              <a:t>Consectetur</a:t>
            </a:r>
            <a:r>
              <a:rPr lang="da-DK" noProof="0" dirty="0"/>
              <a:t> ad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F5CB78-B775-5F9B-D158-2A585329D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F3082-4A30-4E38-8E00-EB6EA232A493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78F92E-2650-E62C-25EA-0EC04A10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19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516780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AEB45-896E-9215-F031-34260C3B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665AEF-3F81-5937-7EF3-BC31D3933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endParaRPr lang="da-DK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8EBED-2001-5EBE-B105-99E0BF1CE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r>
              <a:rPr lang="da-DK" noProof="0" dirty="0" err="1"/>
              <a:t>dolor</a:t>
            </a:r>
            <a:r>
              <a:rPr lang="da-DK" noProof="0" dirty="0"/>
              <a:t> sit </a:t>
            </a:r>
            <a:r>
              <a:rPr lang="da-DK" noProof="0" dirty="0" err="1"/>
              <a:t>amet</a:t>
            </a:r>
            <a:r>
              <a:rPr lang="da-DK" noProof="0" dirty="0"/>
              <a:t>, </a:t>
            </a:r>
            <a:r>
              <a:rPr lang="da-DK" noProof="0" dirty="0" err="1"/>
              <a:t>consectetur</a:t>
            </a:r>
            <a:r>
              <a:rPr lang="da-DK" noProof="0" dirty="0"/>
              <a:t> </a:t>
            </a:r>
            <a:r>
              <a:rPr lang="da-DK" noProof="0" dirty="0" err="1"/>
              <a:t>adipiscing</a:t>
            </a:r>
            <a:r>
              <a:rPr lang="da-DK" noProof="0" dirty="0"/>
              <a:t> </a:t>
            </a:r>
            <a:r>
              <a:rPr lang="da-DK" noProof="0" dirty="0" err="1"/>
              <a:t>elit</a:t>
            </a:r>
            <a:r>
              <a:rPr lang="da-DK" noProof="0" dirty="0"/>
              <a:t>, </a:t>
            </a:r>
            <a:r>
              <a:rPr lang="da-DK" noProof="0" dirty="0" err="1"/>
              <a:t>sed</a:t>
            </a:r>
            <a:r>
              <a:rPr lang="da-DK" noProof="0" dirty="0"/>
              <a:t> do </a:t>
            </a:r>
            <a:r>
              <a:rPr lang="da-DK" noProof="0" dirty="0" err="1"/>
              <a:t>eiusmod</a:t>
            </a:r>
            <a:r>
              <a:rPr lang="da-DK" noProof="0" dirty="0"/>
              <a:t> </a:t>
            </a:r>
            <a:r>
              <a:rPr lang="da-DK" noProof="0" dirty="0" err="1"/>
              <a:t>tempor</a:t>
            </a:r>
            <a:r>
              <a:rPr lang="da-DK" noProof="0" dirty="0"/>
              <a:t>.</a:t>
            </a:r>
          </a:p>
          <a:p>
            <a:endParaRPr lang="da-DK" noProof="0" dirty="0"/>
          </a:p>
          <a:p>
            <a:r>
              <a:rPr lang="da-DK" noProof="0" dirty="0" err="1"/>
              <a:t>Excepteur</a:t>
            </a:r>
            <a:r>
              <a:rPr lang="da-DK" noProof="0" dirty="0"/>
              <a:t> sint </a:t>
            </a:r>
            <a:r>
              <a:rPr lang="da-DK" noProof="0" dirty="0" err="1"/>
              <a:t>occaecat</a:t>
            </a:r>
            <a:r>
              <a:rPr lang="da-DK" noProof="0" dirty="0"/>
              <a:t> </a:t>
            </a:r>
            <a:r>
              <a:rPr lang="da-DK" noProof="0" dirty="0" err="1"/>
              <a:t>cupidatat</a:t>
            </a:r>
            <a:r>
              <a:rPr lang="da-DK" noProof="0" dirty="0"/>
              <a:t> non </a:t>
            </a:r>
            <a:r>
              <a:rPr lang="da-DK" noProof="0" dirty="0" err="1"/>
              <a:t>proident</a:t>
            </a:r>
            <a:r>
              <a:rPr lang="da-DK" noProof="0" dirty="0"/>
              <a:t>?</a:t>
            </a:r>
          </a:p>
          <a:p>
            <a:r>
              <a:rPr lang="da-DK" noProof="0" dirty="0"/>
              <a:t>Ut </a:t>
            </a:r>
            <a:r>
              <a:rPr lang="da-DK" noProof="0" dirty="0" err="1"/>
              <a:t>enim</a:t>
            </a:r>
            <a:r>
              <a:rPr lang="da-DK" noProof="0" dirty="0"/>
              <a:t> ad </a:t>
            </a:r>
            <a:r>
              <a:rPr lang="da-DK" noProof="0" dirty="0" err="1"/>
              <a:t>minim</a:t>
            </a:r>
            <a:r>
              <a:rPr lang="da-DK" noProof="0" dirty="0"/>
              <a:t> </a:t>
            </a:r>
            <a:r>
              <a:rPr lang="da-DK" noProof="0" dirty="0" err="1"/>
              <a:t>veniam</a:t>
            </a:r>
            <a:r>
              <a:rPr lang="da-DK" noProof="0" dirty="0"/>
              <a:t>, </a:t>
            </a:r>
            <a:r>
              <a:rPr lang="da-DK" noProof="0" dirty="0" err="1"/>
              <a:t>quis</a:t>
            </a:r>
            <a:r>
              <a:rPr lang="da-DK" noProof="0" dirty="0"/>
              <a:t> </a:t>
            </a:r>
            <a:r>
              <a:rPr lang="da-DK" noProof="0" dirty="0" err="1"/>
              <a:t>exercitation</a:t>
            </a:r>
            <a:r>
              <a:rPr lang="da-DK" noProof="0" dirty="0"/>
              <a:t>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470F4-7271-7AC3-AFE0-82715AEB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6BE6-86FF-423E-A0A8-854AB1EBF548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6C818B-C95C-8547-B96D-5027037B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pPr/>
              <a:t>20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416858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CAA3A-894D-8A40-9985-A0CDE7B3C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AA3B-E3B3-4D5F-B1CF-F59E60A37EC8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1C34FB-B152-3348-947D-C466986E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21</a:t>
            </a:fld>
            <a:endParaRPr lang="da-DK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A600AD-4073-7245-B812-22E2243A85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D9C185D-121E-4549-BCA1-CE91477C5C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837901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96352-4723-F190-29A4-3968A69C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D9CAD-E4C1-F21A-EF95-6CAC4579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C23F1-3C2C-4F72-84D4-6F13DB2C649E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46302D22-EDC9-E84B-7478-B21AE062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22</a:t>
            </a:fld>
            <a:endParaRPr lang="da-DK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738C0-4F93-90ED-5E50-D301778C93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0FDE0D-EE95-D389-7EA5-52EE2C97E9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913994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5E1C3-05EC-56E0-1B1C-258132A4D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FF573-5AF6-CD05-F10B-6741AAF7AED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da-DK" noProof="0" dirty="0"/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35B50A-A8DB-9148-3675-762EDF97C1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r>
              <a:rPr lang="da-DK" b="0" noProof="0" dirty="0"/>
              <a:t>in </a:t>
            </a:r>
            <a:r>
              <a:rPr lang="da-DK" b="0" noProof="0" dirty="0" err="1"/>
              <a:t>eternum</a:t>
            </a:r>
            <a:endParaRPr lang="da-DK" b="0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5D748F-4149-DAD5-D260-77CD8971191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da-DK" noProof="0" dirty="0"/>
              <a:t>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52A669-43E3-E570-2752-46693FC3A03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da-DK" b="0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in </a:t>
            </a:r>
            <a:r>
              <a:rPr lang="da-DK" noProof="0" dirty="0" err="1"/>
              <a:t>eternum</a:t>
            </a:r>
            <a:endParaRPr lang="da-DK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76DD5D-F3B3-FA45-EDDA-1065AEBB3AC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da-DK" noProof="0" dirty="0"/>
              <a:t>3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FA3F6C-1A30-2DAC-CFEF-383187FA97B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in </a:t>
            </a:r>
            <a:r>
              <a:rPr lang="da-DK" noProof="0" dirty="0" err="1"/>
              <a:t>eternum</a:t>
            </a:r>
            <a:endParaRPr lang="da-DK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8EBF88D-50DC-572A-B071-A712543F76B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da-DK" noProof="0" dirty="0"/>
              <a:t>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34A913-1C6D-E7FD-09F1-42E1028F671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b="0" noProof="0" dirty="0" err="1"/>
              <a:t>ipsum</a:t>
            </a:r>
            <a:r>
              <a:rPr lang="da-DK" b="0" noProof="0" dirty="0"/>
              <a:t> in </a:t>
            </a:r>
            <a:r>
              <a:rPr lang="da-DK" noProof="0" dirty="0" err="1"/>
              <a:t>eternum</a:t>
            </a:r>
            <a:endParaRPr lang="da-DK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A0C992E-5D38-11A0-5F17-795F31E0698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da-DK" noProof="0" dirty="0"/>
              <a:t>5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36167EF-3353-8673-7C07-A8CAE31B56E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b="0" noProof="0" dirty="0" err="1"/>
              <a:t>ipsum</a:t>
            </a:r>
            <a:r>
              <a:rPr lang="da-DK" b="0" noProof="0" dirty="0"/>
              <a:t> in </a:t>
            </a:r>
            <a:r>
              <a:rPr lang="da-DK" b="0" noProof="0" dirty="0" err="1"/>
              <a:t>eternum</a:t>
            </a:r>
            <a:endParaRPr lang="da-DK" b="0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29CEFBD-6684-F3AB-6752-E7C38E0FF83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da-DK" noProof="0" dirty="0"/>
              <a:t>6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B1A34D3-F8AB-8441-03FD-3C27D3FD17B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in </a:t>
            </a:r>
            <a:r>
              <a:rPr lang="da-DK" noProof="0" dirty="0" err="1"/>
              <a:t>eternum</a:t>
            </a:r>
            <a:endParaRPr lang="da-DK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60424-5C11-AF80-017B-214973E6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FF5-864A-4F98-A7BA-3017DBFC830A}" type="datetime1">
              <a:rPr lang="da-DK" noProof="0" smtClean="0"/>
              <a:pPr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47604F-575E-9233-F22B-EA72B63A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pPr/>
              <a:t>23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783933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4059C-353F-1791-C71D-30C34400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468B-4296-49C0-A70A-5E0EFF0855F1}" type="datetime1">
              <a:rPr lang="da-DK" noProof="0" smtClean="0"/>
              <a:pPr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F6EE9A-D394-9425-34AF-5533EA06A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pPr/>
              <a:t>24</a:t>
            </a:fld>
            <a:endParaRPr lang="da-DK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EEFFC6-CD55-2CCD-10BE-A003CBF0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endParaRPr lang="da-DK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5E984-892B-9213-B349-5DDD00F771E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br>
              <a:rPr lang="da-DK" noProof="0" dirty="0"/>
            </a:br>
            <a:r>
              <a:rPr lang="da-DK" noProof="0" dirty="0"/>
              <a:t>in </a:t>
            </a:r>
            <a:r>
              <a:rPr lang="da-DK" noProof="0" dirty="0" err="1"/>
              <a:t>eternum</a:t>
            </a:r>
            <a:endParaRPr lang="da-DK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9C75A2-081F-C511-2954-229A07F8A30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in </a:t>
            </a:r>
            <a:r>
              <a:rPr lang="da-DK" noProof="0" dirty="0" err="1"/>
              <a:t>eternum</a:t>
            </a:r>
            <a:endParaRPr lang="da-DK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5BB3EB-3041-E3FB-6355-72E3AAE5D8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da-DK" sz="2800" b="1" noProof="0" dirty="0" err="1"/>
              <a:t>Lorem</a:t>
            </a:r>
            <a:r>
              <a:rPr lang="da-DK" sz="2800" noProof="0" dirty="0"/>
              <a:t> </a:t>
            </a:r>
            <a:r>
              <a:rPr lang="da-DK" sz="2800" noProof="0" dirty="0" err="1"/>
              <a:t>ipsum</a:t>
            </a:r>
            <a:r>
              <a:rPr lang="da-DK" sz="2800" noProof="0" dirty="0"/>
              <a:t> in</a:t>
            </a:r>
            <a:endParaRPr lang="da-DK" sz="5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318CC6-AFD1-7BD2-2E1A-5C03AAA487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br>
              <a:rPr lang="da-DK" noProof="0" dirty="0"/>
            </a:br>
            <a:r>
              <a:rPr lang="da-DK" noProof="0" dirty="0"/>
              <a:t>in </a:t>
            </a:r>
            <a:r>
              <a:rPr lang="da-DK" noProof="0" dirty="0" err="1"/>
              <a:t>eternum</a:t>
            </a:r>
            <a:endParaRPr lang="da-DK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03D4232-5E73-F736-ECDF-E35B59A40E2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23574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10E0F-20C7-6A6D-E35B-D42FDA77F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84D1B-1D7B-90C9-F25E-F0B5C61D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468B-4296-49C0-A70A-5E0EFF0855F1}" type="datetime1">
              <a:rPr lang="da-DK" noProof="0" smtClean="0"/>
              <a:pPr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5E3277-43DB-F87D-90A7-B54811FB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pPr/>
              <a:t>25</a:t>
            </a:fld>
            <a:endParaRPr lang="da-DK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36EE80-0F05-1570-D95D-66E439E7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endParaRPr lang="da-DK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4B207-1BDA-7D1C-CA53-F0E25F3851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br>
              <a:rPr lang="da-DK" noProof="0" dirty="0"/>
            </a:br>
            <a:r>
              <a:rPr lang="da-DK" noProof="0" dirty="0"/>
              <a:t>in </a:t>
            </a:r>
            <a:r>
              <a:rPr lang="da-DK" noProof="0" dirty="0" err="1"/>
              <a:t>eternum</a:t>
            </a:r>
            <a:endParaRPr lang="da-DK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46ECA6-4985-50A3-09C9-7E362851A9E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in </a:t>
            </a:r>
            <a:r>
              <a:rPr lang="da-DK" noProof="0" dirty="0" err="1"/>
              <a:t>eternum</a:t>
            </a:r>
            <a:endParaRPr lang="da-DK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EB6970-B49D-6534-6C08-5057FE59158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da-DK" sz="2800" b="1" noProof="0" dirty="0" err="1"/>
              <a:t>Lorem</a:t>
            </a:r>
            <a:r>
              <a:rPr lang="da-DK" sz="2800" noProof="0" dirty="0"/>
              <a:t> </a:t>
            </a:r>
            <a:r>
              <a:rPr lang="da-DK" sz="2800" noProof="0" dirty="0" err="1"/>
              <a:t>ipsum</a:t>
            </a:r>
            <a:r>
              <a:rPr lang="da-DK" sz="2800" noProof="0" dirty="0"/>
              <a:t> in</a:t>
            </a:r>
            <a:endParaRPr lang="da-DK" sz="5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9EC205-33BE-6204-8E5C-6E06098DF75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br>
              <a:rPr lang="da-DK" noProof="0" dirty="0"/>
            </a:br>
            <a:r>
              <a:rPr lang="da-DK" noProof="0" dirty="0"/>
              <a:t>in </a:t>
            </a:r>
            <a:r>
              <a:rPr lang="da-DK" noProof="0" dirty="0" err="1"/>
              <a:t>eternum</a:t>
            </a:r>
            <a:endParaRPr lang="da-DK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69E67A-4A67-17C2-7A23-92A77B7F5CD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018381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970251-7944-21A5-A336-BFA69644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a-DK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LOREM IPSUM </a:t>
            </a:r>
            <a:r>
              <a:rPr kumimoji="0" lang="da-DK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DOLOR</a:t>
            </a:r>
            <a:endParaRPr lang="da-DK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88949B-B86D-02F5-E69A-415BA904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10527-F67F-4D04-95B6-DAC61708DE00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BF9A25-3995-1E2D-7FFF-651E8CEF4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26</a:t>
            </a:fld>
            <a:endParaRPr lang="da-DK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FF148F5-BD6C-77EA-DD4D-BB9DC0AF94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79D7430-8D8E-231F-B118-44304CE0F5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423746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8A9BA-4905-CEDF-6857-BB7540A8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835BB-2045-284D-06D0-689D1F8E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6826-E1F6-412C-87DD-36987586B0CE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F34710-7B7F-2AC1-0835-9AF9F90D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27</a:t>
            </a:fld>
            <a:endParaRPr lang="da-DK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04A9B1A-8CBE-34FD-63F2-F39CC47884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513854-500A-EE22-8B41-0312DB7728E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44A201-FA06-6756-D1EF-DA24FE74580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5EEFBC8-E2FE-2675-6955-956BB103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181551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D73E635-BF24-18FA-C49D-3B6E1D53EA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FA6D6F-191E-A4BD-91FC-3991AE86A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088534-D81C-0458-C238-C8685D5DA4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286E1-F2EF-1ECA-5709-561339CBB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C298-E580-440E-AD0D-201985304979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ADF6B-7C73-645D-E0FE-5413346EB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28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6392331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2ED18-AADB-BF85-D06E-F1ED4ACE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27E0458-8190-C4A8-4B61-F80419C93B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4528-7173-9140-A8C9-8E4E32BE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95D23-72A3-49FB-9D23-C84F20B13D77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B621F-131F-978A-BB04-E0FA84FD8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29</a:t>
            </a:fld>
            <a:endParaRPr lang="da-DK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0DAC0-10EC-25F2-65B0-B64CC04F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85B7A-44F1-D4B1-47BA-22037AD58D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379534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3FD2965-7B54-F3A0-9876-5D5BC0AFEA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5BBB03-FE8E-4AAF-A40C-4245EAF91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5" y="756000"/>
            <a:ext cx="6822000" cy="1804492"/>
          </a:xfrm>
        </p:spPr>
        <p:txBody>
          <a:bodyPr lIns="252000" tIns="216000" rIns="252000" bIns="108000"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r>
              <a:rPr lang="da-DK" b="0" noProof="0" dirty="0" err="1"/>
              <a:t>dolor</a:t>
            </a:r>
            <a:r>
              <a:rPr lang="da-DK" b="0" noProof="0" dirty="0"/>
              <a:t> sit </a:t>
            </a:r>
            <a:r>
              <a:rPr lang="da-DK" b="0" noProof="0" dirty="0" err="1"/>
              <a:t>amet</a:t>
            </a:r>
            <a:r>
              <a:rPr lang="da-DK" b="0" noProof="0" dirty="0"/>
              <a:t> </a:t>
            </a:r>
            <a:r>
              <a:rPr lang="da-DK" b="0" noProof="0" dirty="0" err="1"/>
              <a:t>consectetur</a:t>
            </a:r>
            <a:endParaRPr lang="da-DK" b="0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8AF55-7C9D-1893-9265-A7CAE1A4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2185-9B44-4BF4-9BAD-112F0DCE532F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AF484-A405-D91E-C9F0-CD85DE59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pPr/>
              <a:t>30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729548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65B7AA0-73FC-163A-D595-EAD8655291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B6C888-6A37-606F-531E-91FC390C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0" dirty="0" err="1"/>
              <a:t>Lorem</a:t>
            </a:r>
            <a:r>
              <a:rPr lang="da-DK" b="0" noProof="0" dirty="0"/>
              <a:t> </a:t>
            </a:r>
            <a:r>
              <a:rPr lang="da-DK" b="0" noProof="0" dirty="0" err="1"/>
              <a:t>ipsum</a:t>
            </a:r>
            <a:r>
              <a:rPr lang="da-DK" b="0" noProof="0" dirty="0"/>
              <a:t> </a:t>
            </a:r>
            <a:r>
              <a:rPr lang="da-DK" noProof="0" dirty="0" err="1"/>
              <a:t>dolor</a:t>
            </a:r>
            <a:r>
              <a:rPr lang="da-DK" noProof="0" dirty="0"/>
              <a:t> sit </a:t>
            </a:r>
            <a:r>
              <a:rPr lang="da-DK" noProof="0" dirty="0" err="1"/>
              <a:t>amet</a:t>
            </a:r>
            <a:endParaRPr lang="da-DK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0674E-7696-89D3-82ED-5528C17D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FBDF-C0CB-4F40-AC6A-81D802A4AC0E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EDBFF0-44E0-334D-41CF-DD08111C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31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922827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CE39ABB-650D-A4F7-E15F-E81B18A93A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BAA9DD-26A9-6824-6007-3AE0FCE9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460" y="4497883"/>
            <a:ext cx="6840000" cy="1804492"/>
          </a:xfrm>
        </p:spPr>
        <p:txBody>
          <a:bodyPr/>
          <a:lstStyle/>
          <a:p>
            <a:r>
              <a:rPr lang="da-DK" noProof="0" dirty="0" err="1"/>
              <a:t>Lorem</a:t>
            </a:r>
            <a:r>
              <a:rPr lang="da-DK" noProof="0" dirty="0"/>
              <a:t> </a:t>
            </a:r>
            <a:r>
              <a:rPr lang="da-DK" noProof="0" dirty="0" err="1"/>
              <a:t>ipsum</a:t>
            </a:r>
            <a:r>
              <a:rPr lang="da-DK" noProof="0" dirty="0"/>
              <a:t> </a:t>
            </a:r>
            <a:r>
              <a:rPr lang="da-DK" b="0" noProof="0" dirty="0" err="1"/>
              <a:t>dolor</a:t>
            </a:r>
            <a:r>
              <a:rPr lang="da-DK" b="0" noProof="0" dirty="0"/>
              <a:t> sit </a:t>
            </a:r>
            <a:r>
              <a:rPr lang="da-DK" b="0" noProof="0" dirty="0" err="1"/>
              <a:t>amet</a:t>
            </a:r>
            <a:r>
              <a:rPr lang="da-DK" b="0" noProof="0" dirty="0"/>
              <a:t> </a:t>
            </a:r>
            <a:r>
              <a:rPr lang="da-DK" b="0" noProof="0" dirty="0" err="1"/>
              <a:t>consectetur</a:t>
            </a:r>
            <a:endParaRPr lang="da-DK" b="0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6B951-FD47-A6D0-1B67-A76B0CAEB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458E-AA88-4313-B079-D515DDE0D79E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4F8D9-187C-C4A3-DB2B-75430D45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32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426837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60EA80-0DF2-986E-3F13-A28784CDF9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E1DA64-A577-4484-71F4-4D8803BE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1017402"/>
            <a:ext cx="11012487" cy="1471511"/>
          </a:xfrm>
        </p:spPr>
        <p:txBody>
          <a:bodyPr/>
          <a:lstStyle/>
          <a:p>
            <a:r>
              <a:rPr lang="da-DK" b="0" noProof="0" dirty="0" err="1"/>
              <a:t>Lorem</a:t>
            </a:r>
            <a:r>
              <a:rPr lang="da-DK" b="0" noProof="0" dirty="0"/>
              <a:t> </a:t>
            </a:r>
            <a:r>
              <a:rPr lang="da-DK" b="0" noProof="0" dirty="0" err="1"/>
              <a:t>ipsum</a:t>
            </a:r>
            <a:r>
              <a:rPr lang="da-DK" b="0" noProof="0" dirty="0"/>
              <a:t> </a:t>
            </a:r>
            <a:r>
              <a:rPr lang="da-DK" b="0" noProof="0" dirty="0" err="1"/>
              <a:t>dolor</a:t>
            </a:r>
            <a:r>
              <a:rPr lang="da-DK" b="0" noProof="0" dirty="0"/>
              <a:t> sit </a:t>
            </a:r>
            <a:r>
              <a:rPr lang="da-DK" b="0" noProof="0" dirty="0" err="1"/>
              <a:t>amet</a:t>
            </a:r>
            <a:r>
              <a:rPr lang="da-DK" b="0" noProof="0" dirty="0"/>
              <a:t>, </a:t>
            </a:r>
            <a:r>
              <a:rPr lang="da-DK" b="0" noProof="0" dirty="0" err="1"/>
              <a:t>consectetur</a:t>
            </a:r>
            <a:r>
              <a:rPr lang="da-DK" b="0" noProof="0" dirty="0"/>
              <a:t> </a:t>
            </a:r>
            <a:r>
              <a:rPr lang="da-DK" b="0" noProof="0" dirty="0" err="1"/>
              <a:t>adipiscing</a:t>
            </a:r>
            <a:r>
              <a:rPr lang="da-DK" b="0" noProof="0" dirty="0"/>
              <a:t> </a:t>
            </a:r>
            <a:r>
              <a:rPr lang="da-DK" b="0" noProof="0" dirty="0" err="1"/>
              <a:t>elit</a:t>
            </a:r>
            <a:r>
              <a:rPr lang="da-DK" b="0" noProof="0" dirty="0"/>
              <a:t>, </a:t>
            </a:r>
            <a:r>
              <a:rPr lang="da-DK" noProof="0" dirty="0"/>
              <a:t>ut </a:t>
            </a:r>
            <a:r>
              <a:rPr lang="da-DK" noProof="0" dirty="0" err="1"/>
              <a:t>labore</a:t>
            </a:r>
            <a:r>
              <a:rPr lang="da-DK" noProof="0" dirty="0"/>
              <a:t> et </a:t>
            </a:r>
            <a:r>
              <a:rPr lang="da-DK" noProof="0" dirty="0" err="1"/>
              <a:t>dolore</a:t>
            </a:r>
            <a:r>
              <a:rPr lang="da-DK" noProof="0" dirty="0"/>
              <a:t> </a:t>
            </a:r>
            <a:r>
              <a:rPr lang="da-DK" noProof="0" dirty="0" err="1"/>
              <a:t>magna</a:t>
            </a:r>
            <a:r>
              <a:rPr lang="da-DK" noProof="0" dirty="0"/>
              <a:t> </a:t>
            </a:r>
            <a:r>
              <a:rPr lang="da-DK" noProof="0" dirty="0" err="1"/>
              <a:t>aliqua</a:t>
            </a:r>
            <a:endParaRPr lang="da-DK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4BE59-0FCD-B5A1-9B40-4C30063C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B987-8727-4D62-8B3F-39EA386DA70B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7707DF-2942-0818-2089-2EA13D16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t>33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447523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D9E6C1-3657-5D94-BF76-201B6B7CC0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B28DC9-0A6D-ABF3-2E67-7AA0ACFAA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LOREM IPSUM </a:t>
            </a:r>
            <a:r>
              <a:rPr lang="da-DK" b="0" noProof="0" dirty="0"/>
              <a:t>DOLOR SIT AMET CONSECTETUR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324EDE-AFD4-417D-F045-323DAA1BA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B166-C169-4B33-A898-454BC896C3CE}" type="datetime1">
              <a:rPr lang="da-DK" noProof="0" smtClean="0"/>
              <a:t>25-06-2025</a:t>
            </a:fld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A4E433-280E-46B5-1EDF-8FEE060D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pPr/>
              <a:t>34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4083791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DE31FAA-6F36-9100-8ACB-51A349DB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2175-E74F-4ED4-A255-B10B097BF29E}" type="datetime1">
              <a:rPr lang="da-DK" noProof="0" smtClean="0"/>
              <a:pPr/>
              <a:t>25-06-2025</a:t>
            </a:fld>
            <a:endParaRPr lang="da-DK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7C490C-7CAF-5B7A-777E-3DFE004E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indent="0" defTabSz="914400" rtl="0" eaLnBrk="1" fontAlgn="auto" latinLnBrk="0" hangingPunct="1">
              <a:lnSpc>
                <a:spcPct val="83000"/>
              </a:lnSpc>
              <a:spcBef>
                <a:spcPct val="0"/>
              </a:spcBef>
              <a:spcAft>
                <a:spcPts val="0"/>
              </a:spcAft>
              <a:tabLst/>
            </a:pPr>
            <a:r>
              <a:rPr lang="da-DK" sz="9600" b="1" spc="60" baseline="0" noProof="0" dirty="0">
                <a:solidFill>
                  <a:schemeClr val="bg1"/>
                </a:solidFill>
                <a:latin typeface="Microsoft New Tai Lue"/>
              </a:rPr>
              <a:t>Spørgsmål </a:t>
            </a:r>
            <a:r>
              <a:rPr lang="da-DK" sz="9600" b="0" spc="60" baseline="0" noProof="0" dirty="0">
                <a:solidFill>
                  <a:schemeClr val="bg1"/>
                </a:solidFill>
                <a:latin typeface="Microsoft New Tai Lue"/>
              </a:rPr>
              <a:t>&amp; </a:t>
            </a:r>
            <a:br>
              <a:rPr lang="da-DK" sz="9600" b="0" spc="60" baseline="0" noProof="0" dirty="0">
                <a:solidFill>
                  <a:schemeClr val="bg1"/>
                </a:solidFill>
                <a:latin typeface="Microsoft New Tai Lue"/>
              </a:rPr>
            </a:br>
            <a:r>
              <a:rPr lang="da-DK" sz="9600" b="0" spc="60" baseline="0" noProof="0" dirty="0">
                <a:solidFill>
                  <a:schemeClr val="bg1"/>
                </a:solidFill>
                <a:latin typeface="Microsoft New Tai Lue"/>
              </a:rPr>
              <a:t>kommentarer?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3AE76-1745-AB53-5911-086EB4A0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noProof="0" smtClean="0"/>
              <a:pPr/>
              <a:t>35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763571465"/>
      </p:ext>
    </p:extLst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øbenhavns Universitet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>
          <a:solidFill>
            <a:schemeClr val="accent1"/>
          </a:solidFill>
        </a:ln>
      </a:spPr>
      <a:bodyPr wrap="square" rtlCol="0" anchor="ctr">
        <a:noAutofit/>
      </a:bodyPr>
      <a:lstStyle>
        <a:defPPr algn="l">
          <a:defRPr sz="2400" dirty="0" err="1" smtClean="0">
            <a:solidFill>
              <a:schemeClr val="bg1"/>
            </a:solidFill>
          </a:defRPr>
        </a:defPPr>
      </a:lstStyle>
    </a:spDef>
    <a:txDef>
      <a:spPr/>
      <a:bodyPr vert="horz" wrap="square" lIns="0" tIns="0" rIns="0" bIns="0" rtlCol="0" anchor="t" anchorCtr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sz="2400" b="0"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x9_DK_fuld.potx" id="{EB608739-D490-442D-AE39-76A4F2C80253}" vid="{F6657886-CEF1-49A4-9FC9-A572A9EA0F45}"/>
    </a:ext>
  </a:extLst>
</a:theme>
</file>

<file path=ppt/theme/theme2.xml><?xml version="1.0" encoding="utf-8"?>
<a:theme xmlns:a="http://schemas.openxmlformats.org/drawingml/2006/main" name="Office Theme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16_9_dk_fuld</Template>
  <TotalTime>621</TotalTime>
  <Words>511</Words>
  <Application>Microsoft Office PowerPoint</Application>
  <PresentationFormat>Widescreen</PresentationFormat>
  <Paragraphs>203</Paragraphs>
  <Slides>35</Slides>
  <Notes>35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Microsoft New Tai Lue</vt:lpstr>
      <vt:lpstr>Wingdings</vt:lpstr>
      <vt:lpstr>Brugerdefineret design</vt:lpstr>
      <vt:lpstr>PowerPoint Presentation</vt:lpstr>
      <vt:lpstr>PowerPoint Presentation</vt:lpstr>
      <vt:lpstr>PowerPoint Presentation</vt:lpstr>
      <vt:lpstr>Disposition</vt:lpstr>
      <vt:lpstr>Agent modellen</vt:lpstr>
      <vt:lpstr>Analytiske størrelser</vt:lpstr>
      <vt:lpstr>Teoretisk analyse</vt:lpstr>
      <vt:lpstr>Teoretisk analyse</vt:lpstr>
      <vt:lpstr>Observerende analyse</vt:lpstr>
      <vt:lpstr>Observerende analyse</vt:lpstr>
      <vt:lpstr>Observerende analyse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LOREM IPSUM – SIT!</vt:lpstr>
      <vt:lpstr>Lorem ipsum</vt:lpstr>
      <vt:lpstr>PowerPoint Presentation</vt:lpstr>
      <vt:lpstr>PowerPoint Presentation</vt:lpstr>
      <vt:lpstr>PowerPoint Presentation</vt:lpstr>
      <vt:lpstr>Lorem ipsum</vt:lpstr>
      <vt:lpstr>Lorem ipsum</vt:lpstr>
      <vt:lpstr>LOREM IPSUM DOLOR</vt:lpstr>
      <vt:lpstr>PowerPoint Presentation</vt:lpstr>
      <vt:lpstr>PowerPoint Presentation</vt:lpstr>
      <vt:lpstr>PowerPoint Presentation</vt:lpstr>
      <vt:lpstr>Lorem ipsum dolor sit amet consectetur</vt:lpstr>
      <vt:lpstr>Lorem ipsum dolor sit amet</vt:lpstr>
      <vt:lpstr>Lorem ipsum dolor sit amet consectetur</vt:lpstr>
      <vt:lpstr>Lorem ipsum dolor sit amet, consectetur adipiscing elit, ut labore et dolore magna aliqua</vt:lpstr>
      <vt:lpstr>LOREM IPSUM DOLOR SIT AMET CONSECTETUR</vt:lpstr>
      <vt:lpstr>Spørgsmål &amp;  kommentarer?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 Holme Qvistgaard</dc:creator>
  <cp:lastModifiedBy>Luc Holme Qvistgaard</cp:lastModifiedBy>
  <cp:revision>3</cp:revision>
  <dcterms:created xsi:type="dcterms:W3CDTF">2025-06-24T17:17:23Z</dcterms:created>
  <dcterms:modified xsi:type="dcterms:W3CDTF">2025-06-25T14:40:13Z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</Properties>
</file>